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647A3"/>
    <a:srgbClr val="493C88"/>
    <a:srgbClr val="3A306E"/>
    <a:srgbClr val="C5BF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79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632C33-A013-949E-9192-E27005E513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33C2DF2-433E-03DE-9A7C-451D4F44AB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A91A86C-6B13-E55C-7B74-7958460ED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B0BED-7B40-4614-886F-94F00957AE79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20BBE30-E097-626E-30AE-E9BE51962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A78127-6917-F627-989E-274304C6D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F58E-FBDB-44AD-B4BC-8704AE1F9E0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1845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BB0694-2DB0-D761-2679-303090AAD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C6D0D6-F5C6-9C84-974F-C6468D503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36D013-E081-54C7-DF37-2E8648572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B0BED-7B40-4614-886F-94F00957AE79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2A7D31B-B9FC-AC5B-1EB2-3F0D75C85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11FDD2C-8709-3ECA-D6E4-C736DA635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F58E-FBDB-44AD-B4BC-8704AE1F9E0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0788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26C429-93A3-EF86-E20A-D77E63933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E2455DE-AB37-98CB-F08F-AD7DE8E87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81D1CC1-02BB-3E75-3184-F2083FBCA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B0BED-7B40-4614-886F-94F00957AE79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554A76-19AA-AE6A-21DD-97BA74CBE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11DA759-D1B3-7C72-848E-397A448E4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F58E-FBDB-44AD-B4BC-8704AE1F9E0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3620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233EDB-75DD-14E3-A483-3CA8677D9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2A3474D-F996-7C3D-019C-03C6FCF7D2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29033F3-C37C-9D74-267A-D56235E124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5B14D8D-1E1B-0FDD-B20D-D6AE0287C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B0BED-7B40-4614-886F-94F00957AE79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3EFBB8A-5137-CEB6-BA37-4F205197A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4E358FB-7648-CC48-677B-78ABCE364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F58E-FBDB-44AD-B4BC-8704AE1F9E0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68388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95E2C0-AC17-69B1-8FC7-BD0CAACAD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4CED7C3-0221-093A-FFBB-E5736E2F7D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E4ACEEA-B39D-6AF4-09D4-6888495D6A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A3D000F-DB31-C661-D601-15D0466029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1C40401-BE06-A36A-99AF-183EFACA06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09C3CF4-AB79-2817-FE0B-8D08ABC2D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B0BED-7B40-4614-886F-94F00957AE79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F38ED7D-D237-D255-3EEA-EB1F0F695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58EF2D7-780B-2D23-943E-5B0D8F44B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F58E-FBDB-44AD-B4BC-8704AE1F9E0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29923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4E3761-3B17-3DED-321A-68A83ABE9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520B890-D1D5-CEA8-8E61-25F1FE572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B0BED-7B40-4614-886F-94F00957AE79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E881A49-A03C-7FD2-78DF-9F7286BE0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091C3C6-C742-24F5-65C1-3BA18172D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F58E-FBDB-44AD-B4BC-8704AE1F9E0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45271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81FF603-C5B4-AEF8-9ABD-2725684BC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B0BED-7B40-4614-886F-94F00957AE79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0E4E1FA-530C-177B-EB1B-59EE4C7D7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027825C-E511-5A18-5241-0DA528FC7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F58E-FBDB-44AD-B4BC-8704AE1F9E0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54541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88BF72-6F06-FB72-C674-AD83335D0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C4533C-16B4-5400-514A-9276C2187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824D648-7F25-8614-8A88-C2C61CABA4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498D788-DB04-17CD-6FD9-E23AF0303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B0BED-7B40-4614-886F-94F00957AE79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CC98D28-1A5B-8E42-C9B2-971F8B2B3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78B298F-DBD1-763E-183C-277CE3C49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F58E-FBDB-44AD-B4BC-8704AE1F9E0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68119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42FD32-6A7C-A44C-DFFF-1BFDD6308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58575D7-37CC-BCE2-6F3A-44D9208E56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64CFC0C-344A-BA1C-9584-DAD582FD01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7D23DAB-A0CF-BD0C-C1B5-85300E06B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B0BED-7B40-4614-886F-94F00957AE79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EBD6CB3-EAC6-49B3-081E-DBC5ACD4D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1556A19-D8A7-DD44-D9E0-EF8C0B651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F58E-FBDB-44AD-B4BC-8704AE1F9E0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26318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720C3C-1C49-4544-5E12-E342DD2F7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2F00C97-16F9-5F23-ED8C-C3A7934C9B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41034A-C666-AE30-8600-F616976D1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B0BED-7B40-4614-886F-94F00957AE79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A6CC25-7279-53A4-9D4C-4C5983F46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9AF4C6-5E03-564C-459E-7217AA0CE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F58E-FBDB-44AD-B4BC-8704AE1F9E0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5667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12F4B46-38A1-26CF-F394-382BB83C37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E5611C6-2A86-552E-ADE6-2075A24771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E118E32-1494-42D0-7E16-8DDB6E876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B0BED-7B40-4614-886F-94F00957AE79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5F07DF8-0B28-BA37-AD08-5027C43A0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66ABE1F-E34A-37FC-A6CB-5B0F99F58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F58E-FBDB-44AD-B4BC-8704AE1F9E0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8885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1A287D5-DC96-B9A9-E643-9BB640ABC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EDA038-F3D0-393A-951A-CBB2D867AA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651A2F-D153-A680-B1F3-8175FC7DA5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CB0BED-7B40-4614-886F-94F00957AE79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06AEEC-79A9-FA88-AE33-E25F4AD5B4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12D5E1-9550-D88A-268A-B9DA729DFE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E7F58E-FBDB-44AD-B4BC-8704AE1F9E0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25352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Madrid Map Icons - Free SVG &amp; PNG Madrid Map Images - Noun Project">
            <a:extLst>
              <a:ext uri="{FF2B5EF4-FFF2-40B4-BE49-F238E27FC236}">
                <a16:creationId xmlns:a16="http://schemas.microsoft.com/office/drawing/2014/main" id="{058A3BC9-05AC-876B-40EE-CEA7045870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2925" y="760575"/>
            <a:ext cx="4514851" cy="5049675"/>
          </a:xfrm>
          <a:prstGeom prst="rect">
            <a:avLst/>
          </a:prstGeom>
        </p:spPr>
      </p:pic>
      <p:pic>
        <p:nvPicPr>
          <p:cNvPr id="5" name="Google Shape;86;p17">
            <a:extLst>
              <a:ext uri="{FF2B5EF4-FFF2-40B4-BE49-F238E27FC236}">
                <a16:creationId xmlns:a16="http://schemas.microsoft.com/office/drawing/2014/main" id="{B63E646B-13CD-E89A-5239-BB60858AA91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5601" y="1163925"/>
            <a:ext cx="2197928" cy="1569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85;p17">
            <a:extLst>
              <a:ext uri="{FF2B5EF4-FFF2-40B4-BE49-F238E27FC236}">
                <a16:creationId xmlns:a16="http://schemas.microsoft.com/office/drawing/2014/main" id="{34892F3E-D072-6C50-BFD6-DA83F860C6F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/>
        </p:blipFill>
        <p:spPr>
          <a:xfrm>
            <a:off x="3107503" y="3163911"/>
            <a:ext cx="2274124" cy="171104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3B411AB-AE17-EC73-2AA6-2546C01B12FE}"/>
              </a:ext>
            </a:extLst>
          </p:cNvPr>
          <p:cNvSpPr txBox="1"/>
          <p:nvPr/>
        </p:nvSpPr>
        <p:spPr>
          <a:xfrm>
            <a:off x="3286129" y="2599724"/>
            <a:ext cx="2057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/>
              <a:t>Controls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FED3B07-CDBF-BB64-A9C1-62392CF8A9FC}"/>
              </a:ext>
            </a:extLst>
          </p:cNvPr>
          <p:cNvSpPr txBox="1"/>
          <p:nvPr/>
        </p:nvSpPr>
        <p:spPr>
          <a:xfrm>
            <a:off x="3286129" y="4854372"/>
            <a:ext cx="2057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/>
              <a:t>BD cases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8C4424AC-1B40-83B7-0FD8-9BAC7620E95F}"/>
              </a:ext>
            </a:extLst>
          </p:cNvPr>
          <p:cNvSpPr/>
          <p:nvPr/>
        </p:nvSpPr>
        <p:spPr>
          <a:xfrm>
            <a:off x="5343526" y="1255875"/>
            <a:ext cx="1381610" cy="4346250"/>
          </a:xfrm>
          <a:prstGeom prst="roundRect">
            <a:avLst/>
          </a:prstGeom>
          <a:solidFill>
            <a:srgbClr val="5647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64AFA718-99AD-DEC2-20FF-9DDE59DDDF18}"/>
              </a:ext>
            </a:extLst>
          </p:cNvPr>
          <p:cNvSpPr/>
          <p:nvPr/>
        </p:nvSpPr>
        <p:spPr>
          <a:xfrm>
            <a:off x="6772586" y="1255875"/>
            <a:ext cx="1121848" cy="4346250"/>
          </a:xfrm>
          <a:prstGeom prst="roundRect">
            <a:avLst/>
          </a:prstGeom>
          <a:solidFill>
            <a:srgbClr val="493C8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EF98703-20CD-3B39-B25F-FDFC07CEE2F5}"/>
              </a:ext>
            </a:extLst>
          </p:cNvPr>
          <p:cNvSpPr txBox="1"/>
          <p:nvPr/>
        </p:nvSpPr>
        <p:spPr>
          <a:xfrm>
            <a:off x="4968465" y="759439"/>
            <a:ext cx="2057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/>
              <a:t>EHI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109440C-CA65-9CC8-E654-5ED06749AB34}"/>
              </a:ext>
            </a:extLst>
          </p:cNvPr>
          <p:cNvSpPr txBox="1"/>
          <p:nvPr/>
        </p:nvSpPr>
        <p:spPr>
          <a:xfrm>
            <a:off x="6340065" y="778837"/>
            <a:ext cx="2057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/>
              <a:t>PGS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CA0E4DFC-08DF-D984-EA6A-0311A44AE9CF}"/>
              </a:ext>
            </a:extLst>
          </p:cNvPr>
          <p:cNvSpPr/>
          <p:nvPr/>
        </p:nvSpPr>
        <p:spPr>
          <a:xfrm>
            <a:off x="7927701" y="1255875"/>
            <a:ext cx="1308718" cy="4346250"/>
          </a:xfrm>
          <a:prstGeom prst="roundRect">
            <a:avLst/>
          </a:prstGeom>
          <a:solidFill>
            <a:srgbClr val="3A306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6F6779A-3C59-8F56-A766-DA95183162C9}"/>
              </a:ext>
            </a:extLst>
          </p:cNvPr>
          <p:cNvSpPr txBox="1"/>
          <p:nvPr/>
        </p:nvSpPr>
        <p:spPr>
          <a:xfrm>
            <a:off x="7436193" y="775088"/>
            <a:ext cx="22822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/>
              <a:t>Brain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250B6D9-E780-7B64-88C3-EA800985BE42}"/>
              </a:ext>
            </a:extLst>
          </p:cNvPr>
          <p:cNvSpPr txBox="1"/>
          <p:nvPr/>
        </p:nvSpPr>
        <p:spPr>
          <a:xfrm>
            <a:off x="5267636" y="3728024"/>
            <a:ext cx="15049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400" b="1" dirty="0">
                <a:solidFill>
                  <a:schemeClr val="bg1"/>
                </a:solidFill>
              </a:rPr>
              <a:t>436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8DE8304-A1D9-3CCD-880D-77BD23088352}"/>
              </a:ext>
            </a:extLst>
          </p:cNvPr>
          <p:cNvSpPr txBox="1"/>
          <p:nvPr/>
        </p:nvSpPr>
        <p:spPr>
          <a:xfrm>
            <a:off x="5172628" y="1727055"/>
            <a:ext cx="169496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400" b="1" dirty="0">
                <a:solidFill>
                  <a:schemeClr val="bg1"/>
                </a:solidFill>
              </a:rPr>
              <a:t>1,480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671FFFE-938A-1E0F-DB5E-B66458253420}"/>
              </a:ext>
            </a:extLst>
          </p:cNvPr>
          <p:cNvSpPr txBox="1"/>
          <p:nvPr/>
        </p:nvSpPr>
        <p:spPr>
          <a:xfrm>
            <a:off x="6584192" y="3731773"/>
            <a:ext cx="15049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400" b="1" dirty="0">
                <a:solidFill>
                  <a:schemeClr val="bg1"/>
                </a:solidFill>
              </a:rPr>
              <a:t>350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25FAA0C7-8FF1-A698-AD6F-774E790B4B1D}"/>
              </a:ext>
            </a:extLst>
          </p:cNvPr>
          <p:cNvSpPr txBox="1"/>
          <p:nvPr/>
        </p:nvSpPr>
        <p:spPr>
          <a:xfrm>
            <a:off x="6489184" y="1773058"/>
            <a:ext cx="169496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400" b="1" dirty="0">
                <a:solidFill>
                  <a:schemeClr val="bg1"/>
                </a:solidFill>
              </a:rPr>
              <a:t>776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8E93A765-374F-3489-078F-12A2538A7682}"/>
              </a:ext>
            </a:extLst>
          </p:cNvPr>
          <p:cNvSpPr txBox="1"/>
          <p:nvPr/>
        </p:nvSpPr>
        <p:spPr>
          <a:xfrm>
            <a:off x="7824855" y="3735522"/>
            <a:ext cx="15049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400" b="1" dirty="0">
                <a:solidFill>
                  <a:schemeClr val="bg1"/>
                </a:solidFill>
              </a:rPr>
              <a:t>360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451222DE-3C35-B12D-AFBE-9048919D836A}"/>
              </a:ext>
            </a:extLst>
          </p:cNvPr>
          <p:cNvSpPr txBox="1"/>
          <p:nvPr/>
        </p:nvSpPr>
        <p:spPr>
          <a:xfrm>
            <a:off x="7824855" y="1739263"/>
            <a:ext cx="15049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400" b="1" dirty="0">
                <a:solidFill>
                  <a:schemeClr val="bg1"/>
                </a:solidFill>
              </a:rPr>
              <a:t>270</a:t>
            </a:r>
          </a:p>
        </p:txBody>
      </p:sp>
    </p:spTree>
    <p:extLst>
      <p:ext uri="{BB962C8B-B14F-4D97-AF65-F5344CB8AC3E}">
        <p14:creationId xmlns:p14="http://schemas.microsoft.com/office/powerpoint/2010/main" val="3770174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12</Words>
  <Application>Microsoft Office PowerPoint</Application>
  <PresentationFormat>Panorámica</PresentationFormat>
  <Paragraphs>11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Ines Knot</dc:creator>
  <cp:lastModifiedBy>Ines Knot</cp:lastModifiedBy>
  <cp:revision>3</cp:revision>
  <dcterms:created xsi:type="dcterms:W3CDTF">2026-05-29T14:39:39Z</dcterms:created>
  <dcterms:modified xsi:type="dcterms:W3CDTF">2026-05-29T15:35:25Z</dcterms:modified>
</cp:coreProperties>
</file>