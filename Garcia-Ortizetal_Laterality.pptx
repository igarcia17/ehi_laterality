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7" r:id="rId2"/>
  </p:sldIdLst>
  <p:sldSz cx="30275213" cy="41040050"/>
  <p:notesSz cx="6797675" cy="9926638"/>
  <p:defaultTextStyle>
    <a:defPPr>
      <a:defRPr lang="es-ES"/>
    </a:defPPr>
    <a:lvl1pPr marL="0" algn="l" defTabSz="3507730" rtl="0" eaLnBrk="1" latinLnBrk="0" hangingPunct="1">
      <a:defRPr sz="6905" kern="1200">
        <a:solidFill>
          <a:schemeClr val="tx1"/>
        </a:solidFill>
        <a:latin typeface="+mn-lt"/>
        <a:ea typeface="+mn-ea"/>
        <a:cs typeface="+mn-cs"/>
      </a:defRPr>
    </a:lvl1pPr>
    <a:lvl2pPr marL="1753865" algn="l" defTabSz="3507730" rtl="0" eaLnBrk="1" latinLnBrk="0" hangingPunct="1">
      <a:defRPr sz="6905" kern="1200">
        <a:solidFill>
          <a:schemeClr val="tx1"/>
        </a:solidFill>
        <a:latin typeface="+mn-lt"/>
        <a:ea typeface="+mn-ea"/>
        <a:cs typeface="+mn-cs"/>
      </a:defRPr>
    </a:lvl2pPr>
    <a:lvl3pPr marL="3507730" algn="l" defTabSz="3507730" rtl="0" eaLnBrk="1" latinLnBrk="0" hangingPunct="1">
      <a:defRPr sz="6905" kern="1200">
        <a:solidFill>
          <a:schemeClr val="tx1"/>
        </a:solidFill>
        <a:latin typeface="+mn-lt"/>
        <a:ea typeface="+mn-ea"/>
        <a:cs typeface="+mn-cs"/>
      </a:defRPr>
    </a:lvl3pPr>
    <a:lvl4pPr marL="5261595" algn="l" defTabSz="3507730" rtl="0" eaLnBrk="1" latinLnBrk="0" hangingPunct="1">
      <a:defRPr sz="6905" kern="1200">
        <a:solidFill>
          <a:schemeClr val="tx1"/>
        </a:solidFill>
        <a:latin typeface="+mn-lt"/>
        <a:ea typeface="+mn-ea"/>
        <a:cs typeface="+mn-cs"/>
      </a:defRPr>
    </a:lvl4pPr>
    <a:lvl5pPr marL="7015460" algn="l" defTabSz="3507730" rtl="0" eaLnBrk="1" latinLnBrk="0" hangingPunct="1">
      <a:defRPr sz="6905" kern="1200">
        <a:solidFill>
          <a:schemeClr val="tx1"/>
        </a:solidFill>
        <a:latin typeface="+mn-lt"/>
        <a:ea typeface="+mn-ea"/>
        <a:cs typeface="+mn-cs"/>
      </a:defRPr>
    </a:lvl5pPr>
    <a:lvl6pPr marL="8769325" algn="l" defTabSz="3507730" rtl="0" eaLnBrk="1" latinLnBrk="0" hangingPunct="1">
      <a:defRPr sz="6905" kern="1200">
        <a:solidFill>
          <a:schemeClr val="tx1"/>
        </a:solidFill>
        <a:latin typeface="+mn-lt"/>
        <a:ea typeface="+mn-ea"/>
        <a:cs typeface="+mn-cs"/>
      </a:defRPr>
    </a:lvl6pPr>
    <a:lvl7pPr marL="10523190" algn="l" defTabSz="3507730" rtl="0" eaLnBrk="1" latinLnBrk="0" hangingPunct="1">
      <a:defRPr sz="6905" kern="1200">
        <a:solidFill>
          <a:schemeClr val="tx1"/>
        </a:solidFill>
        <a:latin typeface="+mn-lt"/>
        <a:ea typeface="+mn-ea"/>
        <a:cs typeface="+mn-cs"/>
      </a:defRPr>
    </a:lvl7pPr>
    <a:lvl8pPr marL="12277054" algn="l" defTabSz="3507730" rtl="0" eaLnBrk="1" latinLnBrk="0" hangingPunct="1">
      <a:defRPr sz="6905" kern="1200">
        <a:solidFill>
          <a:schemeClr val="tx1"/>
        </a:solidFill>
        <a:latin typeface="+mn-lt"/>
        <a:ea typeface="+mn-ea"/>
        <a:cs typeface="+mn-cs"/>
      </a:defRPr>
    </a:lvl8pPr>
    <a:lvl9pPr marL="14030919" algn="l" defTabSz="3507730" rtl="0" eaLnBrk="1" latinLnBrk="0" hangingPunct="1">
      <a:defRPr sz="6905"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2926" userDrawn="1">
          <p15:clr>
            <a:srgbClr val="A4A3A4"/>
          </p15:clr>
        </p15:guide>
        <p15:guide id="2" pos="953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B5080"/>
    <a:srgbClr val="ECDEF6"/>
    <a:srgbClr val="7030A0"/>
    <a:srgbClr val="D8BE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4650" autoAdjust="0"/>
    <p:restoredTop sz="94660"/>
  </p:normalViewPr>
  <p:slideViewPr>
    <p:cSldViewPr snapToGrid="0">
      <p:cViewPr>
        <p:scale>
          <a:sx n="50" d="100"/>
          <a:sy n="50" d="100"/>
        </p:scale>
        <p:origin x="726" y="-2478"/>
      </p:cViewPr>
      <p:guideLst>
        <p:guide orient="horz" pos="12926"/>
        <p:guide pos="953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nes Knot" userId="7e771c42a765a3e1" providerId="LiveId" clId="{F1B8FE75-CCC4-4F4F-83A2-50B214BA47CA}"/>
    <pc:docChg chg="undo custSel addSld modSld">
      <pc:chgData name="Ines Knot" userId="7e771c42a765a3e1" providerId="LiveId" clId="{F1B8FE75-CCC4-4F4F-83A2-50B214BA47CA}" dt="2023-09-19T15:42:56.790" v="10" actId="14100"/>
      <pc:docMkLst>
        <pc:docMk/>
      </pc:docMkLst>
      <pc:sldChg chg="addSp delSp modSp mod">
        <pc:chgData name="Ines Knot" userId="7e771c42a765a3e1" providerId="LiveId" clId="{F1B8FE75-CCC4-4F4F-83A2-50B214BA47CA}" dt="2023-09-19T15:42:56.790" v="10" actId="14100"/>
        <pc:sldMkLst>
          <pc:docMk/>
          <pc:sldMk cId="156710893" sldId="257"/>
        </pc:sldMkLst>
        <pc:picChg chg="add del">
          <ac:chgData name="Ines Knot" userId="7e771c42a765a3e1" providerId="LiveId" clId="{F1B8FE75-CCC4-4F4F-83A2-50B214BA47CA}" dt="2023-09-19T15:41:15.294" v="3" actId="478"/>
          <ac:picMkLst>
            <pc:docMk/>
            <pc:sldMk cId="156710893" sldId="257"/>
            <ac:picMk id="2" creationId="{00000000-0000-0000-0000-000000000000}"/>
          </ac:picMkLst>
        </pc:picChg>
        <pc:picChg chg="mod">
          <ac:chgData name="Ines Knot" userId="7e771c42a765a3e1" providerId="LiveId" clId="{F1B8FE75-CCC4-4F4F-83A2-50B214BA47CA}" dt="2023-09-19T15:42:51.018" v="9" actId="1076"/>
          <ac:picMkLst>
            <pc:docMk/>
            <pc:sldMk cId="156710893" sldId="257"/>
            <ac:picMk id="3" creationId="{00000000-0000-0000-0000-000000000000}"/>
          </ac:picMkLst>
        </pc:picChg>
        <pc:picChg chg="add mod">
          <ac:chgData name="Ines Knot" userId="7e771c42a765a3e1" providerId="LiveId" clId="{F1B8FE75-CCC4-4F4F-83A2-50B214BA47CA}" dt="2023-09-19T15:42:56.790" v="10" actId="14100"/>
          <ac:picMkLst>
            <pc:docMk/>
            <pc:sldMk cId="156710893" sldId="257"/>
            <ac:picMk id="11" creationId="{69DE5896-6611-5EB0-4DBC-EE3766DE0E13}"/>
          </ac:picMkLst>
        </pc:picChg>
      </pc:sldChg>
      <pc:sldChg chg="add">
        <pc:chgData name="Ines Knot" userId="7e771c42a765a3e1" providerId="LiveId" clId="{F1B8FE75-CCC4-4F4F-83A2-50B214BA47CA}" dt="2023-09-19T15:41:12.047" v="2" actId="2890"/>
        <pc:sldMkLst>
          <pc:docMk/>
          <pc:sldMk cId="2774229678" sldId="258"/>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2270641" y="6716511"/>
            <a:ext cx="25733931" cy="14288017"/>
          </a:xfrm>
        </p:spPr>
        <p:txBody>
          <a:bodyPr anchor="b"/>
          <a:lstStyle>
            <a:lvl1pPr algn="ctr">
              <a:defRPr sz="19865"/>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3784402" y="21555529"/>
            <a:ext cx="22706410" cy="9908509"/>
          </a:xfrm>
        </p:spPr>
        <p:txBody>
          <a:bodyPr/>
          <a:lstStyle>
            <a:lvl1pPr marL="0" indent="0" algn="ctr">
              <a:buNone/>
              <a:defRPr sz="7946"/>
            </a:lvl1pPr>
            <a:lvl2pPr marL="1513743" indent="0" algn="ctr">
              <a:buNone/>
              <a:defRPr sz="6622"/>
            </a:lvl2pPr>
            <a:lvl3pPr marL="3027487" indent="0" algn="ctr">
              <a:buNone/>
              <a:defRPr sz="5960"/>
            </a:lvl3pPr>
            <a:lvl4pPr marL="4541230" indent="0" algn="ctr">
              <a:buNone/>
              <a:defRPr sz="5297"/>
            </a:lvl4pPr>
            <a:lvl5pPr marL="6054974" indent="0" algn="ctr">
              <a:buNone/>
              <a:defRPr sz="5297"/>
            </a:lvl5pPr>
            <a:lvl6pPr marL="7568717" indent="0" algn="ctr">
              <a:buNone/>
              <a:defRPr sz="5297"/>
            </a:lvl6pPr>
            <a:lvl7pPr marL="9082461" indent="0" algn="ctr">
              <a:buNone/>
              <a:defRPr sz="5297"/>
            </a:lvl7pPr>
            <a:lvl8pPr marL="10596204" indent="0" algn="ctr">
              <a:buNone/>
              <a:defRPr sz="5297"/>
            </a:lvl8pPr>
            <a:lvl9pPr marL="12109948" indent="0" algn="ctr">
              <a:buNone/>
              <a:defRPr sz="5297"/>
            </a:lvl9pPr>
          </a:lstStyle>
          <a:p>
            <a:r>
              <a:rPr lang="es-ES"/>
              <a:t>Haga clic para editar el estilo de subtítulo del patrón</a:t>
            </a:r>
            <a:endParaRPr lang="en-US" dirty="0"/>
          </a:p>
        </p:txBody>
      </p:sp>
      <p:sp>
        <p:nvSpPr>
          <p:cNvPr id="4" name="Date Placeholder 3"/>
          <p:cNvSpPr>
            <a:spLocks noGrp="1"/>
          </p:cNvSpPr>
          <p:nvPr>
            <p:ph type="dt" sz="half" idx="10"/>
          </p:nvPr>
        </p:nvSpPr>
        <p:spPr/>
        <p:txBody>
          <a:bodyPr/>
          <a:lstStyle/>
          <a:p>
            <a:fld id="{124FD259-023C-4E23-9E2B-633643F80A74}" type="datetimeFigureOut">
              <a:rPr lang="es-ES" smtClean="0"/>
              <a:t>29/05/2026</a:t>
            </a:fld>
            <a:endParaRPr lang="es-ES" dirty="0"/>
          </a:p>
        </p:txBody>
      </p:sp>
      <p:sp>
        <p:nvSpPr>
          <p:cNvPr id="5" name="Footer Placeholder 4"/>
          <p:cNvSpPr>
            <a:spLocks noGrp="1"/>
          </p:cNvSpPr>
          <p:nvPr>
            <p:ph type="ftr" sz="quarter" idx="11"/>
          </p:nvPr>
        </p:nvSpPr>
        <p:spPr/>
        <p:txBody>
          <a:bodyPr/>
          <a:lstStyle/>
          <a:p>
            <a:endParaRPr lang="es-ES" dirty="0"/>
          </a:p>
        </p:txBody>
      </p:sp>
      <p:sp>
        <p:nvSpPr>
          <p:cNvPr id="6" name="Slide Number Placeholder 5"/>
          <p:cNvSpPr>
            <a:spLocks noGrp="1"/>
          </p:cNvSpPr>
          <p:nvPr>
            <p:ph type="sldNum" sz="quarter" idx="12"/>
          </p:nvPr>
        </p:nvSpPr>
        <p:spPr/>
        <p:txBody>
          <a:bodyPr/>
          <a:lstStyle/>
          <a:p>
            <a:fld id="{9334388D-532C-419A-AB17-A002575CA21A}" type="slidenum">
              <a:rPr lang="es-ES" smtClean="0"/>
              <a:t>‹Nº›</a:t>
            </a:fld>
            <a:endParaRPr lang="es-ES" dirty="0"/>
          </a:p>
        </p:txBody>
      </p:sp>
    </p:spTree>
    <p:extLst>
      <p:ext uri="{BB962C8B-B14F-4D97-AF65-F5344CB8AC3E}">
        <p14:creationId xmlns:p14="http://schemas.microsoft.com/office/powerpoint/2010/main" val="38983811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24FD259-023C-4E23-9E2B-633643F80A74}" type="datetimeFigureOut">
              <a:rPr lang="es-ES" smtClean="0"/>
              <a:t>29/05/2026</a:t>
            </a:fld>
            <a:endParaRPr lang="es-ES" dirty="0"/>
          </a:p>
        </p:txBody>
      </p:sp>
      <p:sp>
        <p:nvSpPr>
          <p:cNvPr id="5" name="Footer Placeholder 4"/>
          <p:cNvSpPr>
            <a:spLocks noGrp="1"/>
          </p:cNvSpPr>
          <p:nvPr>
            <p:ph type="ftr" sz="quarter" idx="11"/>
          </p:nvPr>
        </p:nvSpPr>
        <p:spPr/>
        <p:txBody>
          <a:bodyPr/>
          <a:lstStyle/>
          <a:p>
            <a:endParaRPr lang="es-ES" dirty="0"/>
          </a:p>
        </p:txBody>
      </p:sp>
      <p:sp>
        <p:nvSpPr>
          <p:cNvPr id="6" name="Slide Number Placeholder 5"/>
          <p:cNvSpPr>
            <a:spLocks noGrp="1"/>
          </p:cNvSpPr>
          <p:nvPr>
            <p:ph type="sldNum" sz="quarter" idx="12"/>
          </p:nvPr>
        </p:nvSpPr>
        <p:spPr/>
        <p:txBody>
          <a:bodyPr/>
          <a:lstStyle/>
          <a:p>
            <a:fld id="{9334388D-532C-419A-AB17-A002575CA21A}" type="slidenum">
              <a:rPr lang="es-ES" smtClean="0"/>
              <a:t>‹Nº›</a:t>
            </a:fld>
            <a:endParaRPr lang="es-ES" dirty="0"/>
          </a:p>
        </p:txBody>
      </p:sp>
    </p:spTree>
    <p:extLst>
      <p:ext uri="{BB962C8B-B14F-4D97-AF65-F5344CB8AC3E}">
        <p14:creationId xmlns:p14="http://schemas.microsoft.com/office/powerpoint/2010/main" val="9661497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2065654" y="10231524"/>
            <a:ext cx="26112371" cy="17071518"/>
          </a:xfrm>
        </p:spPr>
        <p:txBody>
          <a:bodyPr anchor="b"/>
          <a:lstStyle>
            <a:lvl1pPr>
              <a:defRPr sz="19865"/>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065654" y="27464545"/>
            <a:ext cx="26112371" cy="8977508"/>
          </a:xfrm>
        </p:spPr>
        <p:txBody>
          <a:bodyPr/>
          <a:lstStyle>
            <a:lvl1pPr marL="0" indent="0">
              <a:buNone/>
              <a:defRPr sz="7946">
                <a:solidFill>
                  <a:schemeClr val="tx1"/>
                </a:solidFill>
              </a:defRPr>
            </a:lvl1pPr>
            <a:lvl2pPr marL="1513743" indent="0">
              <a:buNone/>
              <a:defRPr sz="6622">
                <a:solidFill>
                  <a:schemeClr val="tx1">
                    <a:tint val="75000"/>
                  </a:schemeClr>
                </a:solidFill>
              </a:defRPr>
            </a:lvl2pPr>
            <a:lvl3pPr marL="3027487" indent="0">
              <a:buNone/>
              <a:defRPr sz="5960">
                <a:solidFill>
                  <a:schemeClr val="tx1">
                    <a:tint val="75000"/>
                  </a:schemeClr>
                </a:solidFill>
              </a:defRPr>
            </a:lvl3pPr>
            <a:lvl4pPr marL="4541230" indent="0">
              <a:buNone/>
              <a:defRPr sz="5297">
                <a:solidFill>
                  <a:schemeClr val="tx1">
                    <a:tint val="75000"/>
                  </a:schemeClr>
                </a:solidFill>
              </a:defRPr>
            </a:lvl4pPr>
            <a:lvl5pPr marL="6054974" indent="0">
              <a:buNone/>
              <a:defRPr sz="5297">
                <a:solidFill>
                  <a:schemeClr val="tx1">
                    <a:tint val="75000"/>
                  </a:schemeClr>
                </a:solidFill>
              </a:defRPr>
            </a:lvl5pPr>
            <a:lvl6pPr marL="7568717" indent="0">
              <a:buNone/>
              <a:defRPr sz="5297">
                <a:solidFill>
                  <a:schemeClr val="tx1">
                    <a:tint val="75000"/>
                  </a:schemeClr>
                </a:solidFill>
              </a:defRPr>
            </a:lvl6pPr>
            <a:lvl7pPr marL="9082461" indent="0">
              <a:buNone/>
              <a:defRPr sz="5297">
                <a:solidFill>
                  <a:schemeClr val="tx1">
                    <a:tint val="75000"/>
                  </a:schemeClr>
                </a:solidFill>
              </a:defRPr>
            </a:lvl7pPr>
            <a:lvl8pPr marL="10596204" indent="0">
              <a:buNone/>
              <a:defRPr sz="5297">
                <a:solidFill>
                  <a:schemeClr val="tx1">
                    <a:tint val="75000"/>
                  </a:schemeClr>
                </a:solidFill>
              </a:defRPr>
            </a:lvl8pPr>
            <a:lvl9pPr marL="12109948" indent="0">
              <a:buNone/>
              <a:defRPr sz="5297">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124FD259-023C-4E23-9E2B-633643F80A74}" type="datetimeFigureOut">
              <a:rPr lang="es-ES" smtClean="0"/>
              <a:t>29/05/2026</a:t>
            </a:fld>
            <a:endParaRPr lang="es-ES" dirty="0"/>
          </a:p>
        </p:txBody>
      </p:sp>
      <p:sp>
        <p:nvSpPr>
          <p:cNvPr id="5" name="Footer Placeholder 4"/>
          <p:cNvSpPr>
            <a:spLocks noGrp="1"/>
          </p:cNvSpPr>
          <p:nvPr>
            <p:ph type="ftr" sz="quarter" idx="11"/>
          </p:nvPr>
        </p:nvSpPr>
        <p:spPr/>
        <p:txBody>
          <a:bodyPr/>
          <a:lstStyle/>
          <a:p>
            <a:endParaRPr lang="es-ES" dirty="0"/>
          </a:p>
        </p:txBody>
      </p:sp>
      <p:sp>
        <p:nvSpPr>
          <p:cNvPr id="6" name="Slide Number Placeholder 5"/>
          <p:cNvSpPr>
            <a:spLocks noGrp="1"/>
          </p:cNvSpPr>
          <p:nvPr>
            <p:ph type="sldNum" sz="quarter" idx="12"/>
          </p:nvPr>
        </p:nvSpPr>
        <p:spPr/>
        <p:txBody>
          <a:bodyPr/>
          <a:lstStyle/>
          <a:p>
            <a:fld id="{9334388D-532C-419A-AB17-A002575CA21A}" type="slidenum">
              <a:rPr lang="es-ES" smtClean="0"/>
              <a:t>‹Nº›</a:t>
            </a:fld>
            <a:endParaRPr lang="es-ES" dirty="0"/>
          </a:p>
        </p:txBody>
      </p:sp>
    </p:spTree>
    <p:extLst>
      <p:ext uri="{BB962C8B-B14F-4D97-AF65-F5344CB8AC3E}">
        <p14:creationId xmlns:p14="http://schemas.microsoft.com/office/powerpoint/2010/main" val="39346408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2081421" y="10925013"/>
            <a:ext cx="12866966" cy="26039535"/>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15326826" y="10925013"/>
            <a:ext cx="12866966" cy="26039535"/>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124FD259-023C-4E23-9E2B-633643F80A74}" type="datetimeFigureOut">
              <a:rPr lang="es-ES" smtClean="0"/>
              <a:t>29/05/2026</a:t>
            </a:fld>
            <a:endParaRPr lang="es-ES" dirty="0"/>
          </a:p>
        </p:txBody>
      </p:sp>
      <p:sp>
        <p:nvSpPr>
          <p:cNvPr id="6" name="Footer Placeholder 5"/>
          <p:cNvSpPr>
            <a:spLocks noGrp="1"/>
          </p:cNvSpPr>
          <p:nvPr>
            <p:ph type="ftr" sz="quarter" idx="11"/>
          </p:nvPr>
        </p:nvSpPr>
        <p:spPr/>
        <p:txBody>
          <a:bodyPr/>
          <a:lstStyle/>
          <a:p>
            <a:endParaRPr lang="es-ES" dirty="0"/>
          </a:p>
        </p:txBody>
      </p:sp>
      <p:sp>
        <p:nvSpPr>
          <p:cNvPr id="7" name="Slide Number Placeholder 6"/>
          <p:cNvSpPr>
            <a:spLocks noGrp="1"/>
          </p:cNvSpPr>
          <p:nvPr>
            <p:ph type="sldNum" sz="quarter" idx="12"/>
          </p:nvPr>
        </p:nvSpPr>
        <p:spPr/>
        <p:txBody>
          <a:bodyPr/>
          <a:lstStyle/>
          <a:p>
            <a:fld id="{9334388D-532C-419A-AB17-A002575CA21A}" type="slidenum">
              <a:rPr lang="es-ES" smtClean="0"/>
              <a:t>‹Nº›</a:t>
            </a:fld>
            <a:endParaRPr lang="es-ES" dirty="0"/>
          </a:p>
        </p:txBody>
      </p:sp>
    </p:spTree>
    <p:extLst>
      <p:ext uri="{BB962C8B-B14F-4D97-AF65-F5344CB8AC3E}">
        <p14:creationId xmlns:p14="http://schemas.microsoft.com/office/powerpoint/2010/main" val="41205823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2085364" y="2185011"/>
            <a:ext cx="26112371" cy="7932513"/>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085368" y="10060515"/>
            <a:ext cx="12807832" cy="4930503"/>
          </a:xfrm>
        </p:spPr>
        <p:txBody>
          <a:bodyPr anchor="b"/>
          <a:lstStyle>
            <a:lvl1pPr marL="0" indent="0">
              <a:buNone/>
              <a:defRPr sz="7946" b="1"/>
            </a:lvl1pPr>
            <a:lvl2pPr marL="1513743" indent="0">
              <a:buNone/>
              <a:defRPr sz="6622" b="1"/>
            </a:lvl2pPr>
            <a:lvl3pPr marL="3027487" indent="0">
              <a:buNone/>
              <a:defRPr sz="5960" b="1"/>
            </a:lvl3pPr>
            <a:lvl4pPr marL="4541230" indent="0">
              <a:buNone/>
              <a:defRPr sz="5297" b="1"/>
            </a:lvl4pPr>
            <a:lvl5pPr marL="6054974" indent="0">
              <a:buNone/>
              <a:defRPr sz="5297" b="1"/>
            </a:lvl5pPr>
            <a:lvl6pPr marL="7568717" indent="0">
              <a:buNone/>
              <a:defRPr sz="5297" b="1"/>
            </a:lvl6pPr>
            <a:lvl7pPr marL="9082461" indent="0">
              <a:buNone/>
              <a:defRPr sz="5297" b="1"/>
            </a:lvl7pPr>
            <a:lvl8pPr marL="10596204" indent="0">
              <a:buNone/>
              <a:defRPr sz="5297" b="1"/>
            </a:lvl8pPr>
            <a:lvl9pPr marL="12109948" indent="0">
              <a:buNone/>
              <a:defRPr sz="5297" b="1"/>
            </a:lvl9pPr>
          </a:lstStyle>
          <a:p>
            <a:pPr lvl="0"/>
            <a:r>
              <a:rPr lang="es-ES"/>
              <a:t>Editar el estilo de texto del patrón</a:t>
            </a:r>
          </a:p>
        </p:txBody>
      </p:sp>
      <p:sp>
        <p:nvSpPr>
          <p:cNvPr id="4" name="Content Placeholder 3"/>
          <p:cNvSpPr>
            <a:spLocks noGrp="1"/>
          </p:cNvSpPr>
          <p:nvPr>
            <p:ph sz="half" idx="2"/>
          </p:nvPr>
        </p:nvSpPr>
        <p:spPr>
          <a:xfrm>
            <a:off x="2085368" y="14991018"/>
            <a:ext cx="12807832" cy="22049530"/>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15326828" y="10060515"/>
            <a:ext cx="12870909" cy="4930503"/>
          </a:xfrm>
        </p:spPr>
        <p:txBody>
          <a:bodyPr anchor="b"/>
          <a:lstStyle>
            <a:lvl1pPr marL="0" indent="0">
              <a:buNone/>
              <a:defRPr sz="7946" b="1"/>
            </a:lvl1pPr>
            <a:lvl2pPr marL="1513743" indent="0">
              <a:buNone/>
              <a:defRPr sz="6622" b="1"/>
            </a:lvl2pPr>
            <a:lvl3pPr marL="3027487" indent="0">
              <a:buNone/>
              <a:defRPr sz="5960" b="1"/>
            </a:lvl3pPr>
            <a:lvl4pPr marL="4541230" indent="0">
              <a:buNone/>
              <a:defRPr sz="5297" b="1"/>
            </a:lvl4pPr>
            <a:lvl5pPr marL="6054974" indent="0">
              <a:buNone/>
              <a:defRPr sz="5297" b="1"/>
            </a:lvl5pPr>
            <a:lvl6pPr marL="7568717" indent="0">
              <a:buNone/>
              <a:defRPr sz="5297" b="1"/>
            </a:lvl6pPr>
            <a:lvl7pPr marL="9082461" indent="0">
              <a:buNone/>
              <a:defRPr sz="5297" b="1"/>
            </a:lvl7pPr>
            <a:lvl8pPr marL="10596204" indent="0">
              <a:buNone/>
              <a:defRPr sz="5297" b="1"/>
            </a:lvl8pPr>
            <a:lvl9pPr marL="12109948" indent="0">
              <a:buNone/>
              <a:defRPr sz="5297" b="1"/>
            </a:lvl9pPr>
          </a:lstStyle>
          <a:p>
            <a:pPr lvl="0"/>
            <a:r>
              <a:rPr lang="es-ES"/>
              <a:t>Editar el estilo de texto del patrón</a:t>
            </a:r>
          </a:p>
        </p:txBody>
      </p:sp>
      <p:sp>
        <p:nvSpPr>
          <p:cNvPr id="6" name="Content Placeholder 5"/>
          <p:cNvSpPr>
            <a:spLocks noGrp="1"/>
          </p:cNvSpPr>
          <p:nvPr>
            <p:ph sz="quarter" idx="4"/>
          </p:nvPr>
        </p:nvSpPr>
        <p:spPr>
          <a:xfrm>
            <a:off x="15326828" y="14991018"/>
            <a:ext cx="12870909" cy="22049530"/>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124FD259-023C-4E23-9E2B-633643F80A74}" type="datetimeFigureOut">
              <a:rPr lang="es-ES" smtClean="0"/>
              <a:t>29/05/2026</a:t>
            </a:fld>
            <a:endParaRPr lang="es-ES" dirty="0"/>
          </a:p>
        </p:txBody>
      </p:sp>
      <p:sp>
        <p:nvSpPr>
          <p:cNvPr id="8" name="Footer Placeholder 7"/>
          <p:cNvSpPr>
            <a:spLocks noGrp="1"/>
          </p:cNvSpPr>
          <p:nvPr>
            <p:ph type="ftr" sz="quarter" idx="11"/>
          </p:nvPr>
        </p:nvSpPr>
        <p:spPr/>
        <p:txBody>
          <a:bodyPr/>
          <a:lstStyle/>
          <a:p>
            <a:endParaRPr lang="es-ES" dirty="0"/>
          </a:p>
        </p:txBody>
      </p:sp>
      <p:sp>
        <p:nvSpPr>
          <p:cNvPr id="9" name="Slide Number Placeholder 8"/>
          <p:cNvSpPr>
            <a:spLocks noGrp="1"/>
          </p:cNvSpPr>
          <p:nvPr>
            <p:ph type="sldNum" sz="quarter" idx="12"/>
          </p:nvPr>
        </p:nvSpPr>
        <p:spPr/>
        <p:txBody>
          <a:bodyPr/>
          <a:lstStyle/>
          <a:p>
            <a:fld id="{9334388D-532C-419A-AB17-A002575CA21A}" type="slidenum">
              <a:rPr lang="es-ES" smtClean="0"/>
              <a:t>‹Nº›</a:t>
            </a:fld>
            <a:endParaRPr lang="es-ES" dirty="0"/>
          </a:p>
        </p:txBody>
      </p:sp>
    </p:spTree>
    <p:extLst>
      <p:ext uri="{BB962C8B-B14F-4D97-AF65-F5344CB8AC3E}">
        <p14:creationId xmlns:p14="http://schemas.microsoft.com/office/powerpoint/2010/main" val="29828265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124FD259-023C-4E23-9E2B-633643F80A74}" type="datetimeFigureOut">
              <a:rPr lang="es-ES" smtClean="0"/>
              <a:t>29/05/2026</a:t>
            </a:fld>
            <a:endParaRPr lang="es-ES" dirty="0"/>
          </a:p>
        </p:txBody>
      </p:sp>
      <p:sp>
        <p:nvSpPr>
          <p:cNvPr id="4" name="Footer Placeholder 3"/>
          <p:cNvSpPr>
            <a:spLocks noGrp="1"/>
          </p:cNvSpPr>
          <p:nvPr>
            <p:ph type="ftr" sz="quarter" idx="11"/>
          </p:nvPr>
        </p:nvSpPr>
        <p:spPr/>
        <p:txBody>
          <a:bodyPr/>
          <a:lstStyle/>
          <a:p>
            <a:endParaRPr lang="es-ES" dirty="0"/>
          </a:p>
        </p:txBody>
      </p:sp>
      <p:sp>
        <p:nvSpPr>
          <p:cNvPr id="5" name="Slide Number Placeholder 4"/>
          <p:cNvSpPr>
            <a:spLocks noGrp="1"/>
          </p:cNvSpPr>
          <p:nvPr>
            <p:ph type="sldNum" sz="quarter" idx="12"/>
          </p:nvPr>
        </p:nvSpPr>
        <p:spPr/>
        <p:txBody>
          <a:bodyPr/>
          <a:lstStyle/>
          <a:p>
            <a:fld id="{9334388D-532C-419A-AB17-A002575CA21A}" type="slidenum">
              <a:rPr lang="es-ES" smtClean="0"/>
              <a:t>‹Nº›</a:t>
            </a:fld>
            <a:endParaRPr lang="es-ES" dirty="0"/>
          </a:p>
        </p:txBody>
      </p:sp>
    </p:spTree>
    <p:extLst>
      <p:ext uri="{BB962C8B-B14F-4D97-AF65-F5344CB8AC3E}">
        <p14:creationId xmlns:p14="http://schemas.microsoft.com/office/powerpoint/2010/main" val="31494620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4FD259-023C-4E23-9E2B-633643F80A74}" type="datetimeFigureOut">
              <a:rPr lang="es-ES" smtClean="0"/>
              <a:t>29/05/2026</a:t>
            </a:fld>
            <a:endParaRPr lang="es-ES" dirty="0"/>
          </a:p>
        </p:txBody>
      </p:sp>
      <p:sp>
        <p:nvSpPr>
          <p:cNvPr id="3" name="Footer Placeholder 2"/>
          <p:cNvSpPr>
            <a:spLocks noGrp="1"/>
          </p:cNvSpPr>
          <p:nvPr>
            <p:ph type="ftr" sz="quarter" idx="11"/>
          </p:nvPr>
        </p:nvSpPr>
        <p:spPr/>
        <p:txBody>
          <a:bodyPr/>
          <a:lstStyle/>
          <a:p>
            <a:endParaRPr lang="es-ES" dirty="0"/>
          </a:p>
        </p:txBody>
      </p:sp>
      <p:sp>
        <p:nvSpPr>
          <p:cNvPr id="4" name="Slide Number Placeholder 3"/>
          <p:cNvSpPr>
            <a:spLocks noGrp="1"/>
          </p:cNvSpPr>
          <p:nvPr>
            <p:ph type="sldNum" sz="quarter" idx="12"/>
          </p:nvPr>
        </p:nvSpPr>
        <p:spPr/>
        <p:txBody>
          <a:bodyPr/>
          <a:lstStyle/>
          <a:p>
            <a:fld id="{9334388D-532C-419A-AB17-A002575CA21A}" type="slidenum">
              <a:rPr lang="es-ES" smtClean="0"/>
              <a:t>‹Nº›</a:t>
            </a:fld>
            <a:endParaRPr lang="es-ES" dirty="0"/>
          </a:p>
        </p:txBody>
      </p:sp>
    </p:spTree>
    <p:extLst>
      <p:ext uri="{BB962C8B-B14F-4D97-AF65-F5344CB8AC3E}">
        <p14:creationId xmlns:p14="http://schemas.microsoft.com/office/powerpoint/2010/main" val="37976309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085364" y="2736003"/>
            <a:ext cx="9764544" cy="9576012"/>
          </a:xfrm>
        </p:spPr>
        <p:txBody>
          <a:bodyPr anchor="b"/>
          <a:lstStyle>
            <a:lvl1pPr>
              <a:defRPr sz="10595"/>
            </a:lvl1pPr>
          </a:lstStyle>
          <a:p>
            <a:r>
              <a:rPr lang="es-ES"/>
              <a:t>Haga clic para modificar el estilo de título del patrón</a:t>
            </a:r>
            <a:endParaRPr lang="en-US" dirty="0"/>
          </a:p>
        </p:txBody>
      </p:sp>
      <p:sp>
        <p:nvSpPr>
          <p:cNvPr id="3" name="Content Placeholder 2"/>
          <p:cNvSpPr>
            <a:spLocks noGrp="1"/>
          </p:cNvSpPr>
          <p:nvPr>
            <p:ph idx="1"/>
          </p:nvPr>
        </p:nvSpPr>
        <p:spPr>
          <a:xfrm>
            <a:off x="12870909" y="5909016"/>
            <a:ext cx="15326827" cy="29165036"/>
          </a:xfrm>
        </p:spPr>
        <p:txBody>
          <a:bodyPr/>
          <a:lstStyle>
            <a:lvl1pPr>
              <a:defRPr sz="10595"/>
            </a:lvl1pPr>
            <a:lvl2pPr>
              <a:defRPr sz="9271"/>
            </a:lvl2pPr>
            <a:lvl3pPr>
              <a:defRPr sz="7946"/>
            </a:lvl3pPr>
            <a:lvl4pPr>
              <a:defRPr sz="6622"/>
            </a:lvl4pPr>
            <a:lvl5pPr>
              <a:defRPr sz="6622"/>
            </a:lvl5pPr>
            <a:lvl6pPr>
              <a:defRPr sz="6622"/>
            </a:lvl6pPr>
            <a:lvl7pPr>
              <a:defRPr sz="6622"/>
            </a:lvl7pPr>
            <a:lvl8pPr>
              <a:defRPr sz="6622"/>
            </a:lvl8pPr>
            <a:lvl9pPr>
              <a:defRPr sz="6622"/>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2085364" y="12312015"/>
            <a:ext cx="9764544" cy="22809531"/>
          </a:xfrm>
        </p:spPr>
        <p:txBody>
          <a:bodyPr/>
          <a:lstStyle>
            <a:lvl1pPr marL="0" indent="0">
              <a:buNone/>
              <a:defRPr sz="5297"/>
            </a:lvl1pPr>
            <a:lvl2pPr marL="1513743" indent="0">
              <a:buNone/>
              <a:defRPr sz="4635"/>
            </a:lvl2pPr>
            <a:lvl3pPr marL="3027487" indent="0">
              <a:buNone/>
              <a:defRPr sz="3973"/>
            </a:lvl3pPr>
            <a:lvl4pPr marL="4541230" indent="0">
              <a:buNone/>
              <a:defRPr sz="3311"/>
            </a:lvl4pPr>
            <a:lvl5pPr marL="6054974" indent="0">
              <a:buNone/>
              <a:defRPr sz="3311"/>
            </a:lvl5pPr>
            <a:lvl6pPr marL="7568717" indent="0">
              <a:buNone/>
              <a:defRPr sz="3311"/>
            </a:lvl6pPr>
            <a:lvl7pPr marL="9082461" indent="0">
              <a:buNone/>
              <a:defRPr sz="3311"/>
            </a:lvl7pPr>
            <a:lvl8pPr marL="10596204" indent="0">
              <a:buNone/>
              <a:defRPr sz="3311"/>
            </a:lvl8pPr>
            <a:lvl9pPr marL="12109948" indent="0">
              <a:buNone/>
              <a:defRPr sz="3311"/>
            </a:lvl9pPr>
          </a:lstStyle>
          <a:p>
            <a:pPr lvl="0"/>
            <a:r>
              <a:rPr lang="es-ES"/>
              <a:t>Editar el estilo de texto del patrón</a:t>
            </a:r>
          </a:p>
        </p:txBody>
      </p:sp>
      <p:sp>
        <p:nvSpPr>
          <p:cNvPr id="5" name="Date Placeholder 4"/>
          <p:cNvSpPr>
            <a:spLocks noGrp="1"/>
          </p:cNvSpPr>
          <p:nvPr>
            <p:ph type="dt" sz="half" idx="10"/>
          </p:nvPr>
        </p:nvSpPr>
        <p:spPr/>
        <p:txBody>
          <a:bodyPr/>
          <a:lstStyle/>
          <a:p>
            <a:fld id="{124FD259-023C-4E23-9E2B-633643F80A74}" type="datetimeFigureOut">
              <a:rPr lang="es-ES" smtClean="0"/>
              <a:t>29/05/2026</a:t>
            </a:fld>
            <a:endParaRPr lang="es-ES" dirty="0"/>
          </a:p>
        </p:txBody>
      </p:sp>
      <p:sp>
        <p:nvSpPr>
          <p:cNvPr id="6" name="Footer Placeholder 5"/>
          <p:cNvSpPr>
            <a:spLocks noGrp="1"/>
          </p:cNvSpPr>
          <p:nvPr>
            <p:ph type="ftr" sz="quarter" idx="11"/>
          </p:nvPr>
        </p:nvSpPr>
        <p:spPr/>
        <p:txBody>
          <a:bodyPr/>
          <a:lstStyle/>
          <a:p>
            <a:endParaRPr lang="es-ES" dirty="0"/>
          </a:p>
        </p:txBody>
      </p:sp>
      <p:sp>
        <p:nvSpPr>
          <p:cNvPr id="7" name="Slide Number Placeholder 6"/>
          <p:cNvSpPr>
            <a:spLocks noGrp="1"/>
          </p:cNvSpPr>
          <p:nvPr>
            <p:ph type="sldNum" sz="quarter" idx="12"/>
          </p:nvPr>
        </p:nvSpPr>
        <p:spPr/>
        <p:txBody>
          <a:bodyPr/>
          <a:lstStyle/>
          <a:p>
            <a:fld id="{9334388D-532C-419A-AB17-A002575CA21A}" type="slidenum">
              <a:rPr lang="es-ES" smtClean="0"/>
              <a:t>‹Nº›</a:t>
            </a:fld>
            <a:endParaRPr lang="es-ES" dirty="0"/>
          </a:p>
        </p:txBody>
      </p:sp>
    </p:spTree>
    <p:extLst>
      <p:ext uri="{BB962C8B-B14F-4D97-AF65-F5344CB8AC3E}">
        <p14:creationId xmlns:p14="http://schemas.microsoft.com/office/powerpoint/2010/main" val="231252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085364" y="2736003"/>
            <a:ext cx="9764544" cy="9576012"/>
          </a:xfrm>
        </p:spPr>
        <p:txBody>
          <a:bodyPr anchor="b"/>
          <a:lstStyle>
            <a:lvl1pPr>
              <a:defRPr sz="10595"/>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2870909" y="5909016"/>
            <a:ext cx="15326827" cy="29165036"/>
          </a:xfrm>
        </p:spPr>
        <p:txBody>
          <a:bodyPr anchor="t"/>
          <a:lstStyle>
            <a:lvl1pPr marL="0" indent="0">
              <a:buNone/>
              <a:defRPr sz="10595"/>
            </a:lvl1pPr>
            <a:lvl2pPr marL="1513743" indent="0">
              <a:buNone/>
              <a:defRPr sz="9271"/>
            </a:lvl2pPr>
            <a:lvl3pPr marL="3027487" indent="0">
              <a:buNone/>
              <a:defRPr sz="7946"/>
            </a:lvl3pPr>
            <a:lvl4pPr marL="4541230" indent="0">
              <a:buNone/>
              <a:defRPr sz="6622"/>
            </a:lvl4pPr>
            <a:lvl5pPr marL="6054974" indent="0">
              <a:buNone/>
              <a:defRPr sz="6622"/>
            </a:lvl5pPr>
            <a:lvl6pPr marL="7568717" indent="0">
              <a:buNone/>
              <a:defRPr sz="6622"/>
            </a:lvl6pPr>
            <a:lvl7pPr marL="9082461" indent="0">
              <a:buNone/>
              <a:defRPr sz="6622"/>
            </a:lvl7pPr>
            <a:lvl8pPr marL="10596204" indent="0">
              <a:buNone/>
              <a:defRPr sz="6622"/>
            </a:lvl8pPr>
            <a:lvl9pPr marL="12109948" indent="0">
              <a:buNone/>
              <a:defRPr sz="6622"/>
            </a:lvl9pPr>
          </a:lstStyle>
          <a:p>
            <a:r>
              <a:rPr lang="es-ES" dirty="0"/>
              <a:t>Haga clic en el icono para agregar una imagen</a:t>
            </a:r>
            <a:endParaRPr lang="en-US" dirty="0"/>
          </a:p>
        </p:txBody>
      </p:sp>
      <p:sp>
        <p:nvSpPr>
          <p:cNvPr id="4" name="Text Placeholder 3"/>
          <p:cNvSpPr>
            <a:spLocks noGrp="1"/>
          </p:cNvSpPr>
          <p:nvPr>
            <p:ph type="body" sz="half" idx="2"/>
          </p:nvPr>
        </p:nvSpPr>
        <p:spPr>
          <a:xfrm>
            <a:off x="2085364" y="12312015"/>
            <a:ext cx="9764544" cy="22809531"/>
          </a:xfrm>
        </p:spPr>
        <p:txBody>
          <a:bodyPr/>
          <a:lstStyle>
            <a:lvl1pPr marL="0" indent="0">
              <a:buNone/>
              <a:defRPr sz="5297"/>
            </a:lvl1pPr>
            <a:lvl2pPr marL="1513743" indent="0">
              <a:buNone/>
              <a:defRPr sz="4635"/>
            </a:lvl2pPr>
            <a:lvl3pPr marL="3027487" indent="0">
              <a:buNone/>
              <a:defRPr sz="3973"/>
            </a:lvl3pPr>
            <a:lvl4pPr marL="4541230" indent="0">
              <a:buNone/>
              <a:defRPr sz="3311"/>
            </a:lvl4pPr>
            <a:lvl5pPr marL="6054974" indent="0">
              <a:buNone/>
              <a:defRPr sz="3311"/>
            </a:lvl5pPr>
            <a:lvl6pPr marL="7568717" indent="0">
              <a:buNone/>
              <a:defRPr sz="3311"/>
            </a:lvl6pPr>
            <a:lvl7pPr marL="9082461" indent="0">
              <a:buNone/>
              <a:defRPr sz="3311"/>
            </a:lvl7pPr>
            <a:lvl8pPr marL="10596204" indent="0">
              <a:buNone/>
              <a:defRPr sz="3311"/>
            </a:lvl8pPr>
            <a:lvl9pPr marL="12109948" indent="0">
              <a:buNone/>
              <a:defRPr sz="3311"/>
            </a:lvl9pPr>
          </a:lstStyle>
          <a:p>
            <a:pPr lvl="0"/>
            <a:r>
              <a:rPr lang="es-ES"/>
              <a:t>Editar el estilo de texto del patrón</a:t>
            </a:r>
          </a:p>
        </p:txBody>
      </p:sp>
      <p:sp>
        <p:nvSpPr>
          <p:cNvPr id="5" name="Date Placeholder 4"/>
          <p:cNvSpPr>
            <a:spLocks noGrp="1"/>
          </p:cNvSpPr>
          <p:nvPr>
            <p:ph type="dt" sz="half" idx="10"/>
          </p:nvPr>
        </p:nvSpPr>
        <p:spPr/>
        <p:txBody>
          <a:bodyPr/>
          <a:lstStyle/>
          <a:p>
            <a:fld id="{124FD259-023C-4E23-9E2B-633643F80A74}" type="datetimeFigureOut">
              <a:rPr lang="es-ES" smtClean="0"/>
              <a:t>29/05/2026</a:t>
            </a:fld>
            <a:endParaRPr lang="es-ES" dirty="0"/>
          </a:p>
        </p:txBody>
      </p:sp>
      <p:sp>
        <p:nvSpPr>
          <p:cNvPr id="6" name="Footer Placeholder 5"/>
          <p:cNvSpPr>
            <a:spLocks noGrp="1"/>
          </p:cNvSpPr>
          <p:nvPr>
            <p:ph type="ftr" sz="quarter" idx="11"/>
          </p:nvPr>
        </p:nvSpPr>
        <p:spPr/>
        <p:txBody>
          <a:bodyPr/>
          <a:lstStyle/>
          <a:p>
            <a:endParaRPr lang="es-ES" dirty="0"/>
          </a:p>
        </p:txBody>
      </p:sp>
      <p:sp>
        <p:nvSpPr>
          <p:cNvPr id="7" name="Slide Number Placeholder 6"/>
          <p:cNvSpPr>
            <a:spLocks noGrp="1"/>
          </p:cNvSpPr>
          <p:nvPr>
            <p:ph type="sldNum" sz="quarter" idx="12"/>
          </p:nvPr>
        </p:nvSpPr>
        <p:spPr/>
        <p:txBody>
          <a:bodyPr/>
          <a:lstStyle/>
          <a:p>
            <a:fld id="{9334388D-532C-419A-AB17-A002575CA21A}" type="slidenum">
              <a:rPr lang="es-ES" smtClean="0"/>
              <a:t>‹Nº›</a:t>
            </a:fld>
            <a:endParaRPr lang="es-ES" dirty="0"/>
          </a:p>
        </p:txBody>
      </p:sp>
    </p:spTree>
    <p:extLst>
      <p:ext uri="{BB962C8B-B14F-4D97-AF65-F5344CB8AC3E}">
        <p14:creationId xmlns:p14="http://schemas.microsoft.com/office/powerpoint/2010/main" val="41256496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24FD259-023C-4E23-9E2B-633643F80A74}" type="datetimeFigureOut">
              <a:rPr lang="es-ES" smtClean="0"/>
              <a:t>29/05/2026</a:t>
            </a:fld>
            <a:endParaRPr lang="es-ES" dirty="0"/>
          </a:p>
        </p:txBody>
      </p:sp>
      <p:sp>
        <p:nvSpPr>
          <p:cNvPr id="5" name="Footer Placeholder 4"/>
          <p:cNvSpPr>
            <a:spLocks noGrp="1"/>
          </p:cNvSpPr>
          <p:nvPr>
            <p:ph type="ftr" sz="quarter" idx="11"/>
          </p:nvPr>
        </p:nvSpPr>
        <p:spPr/>
        <p:txBody>
          <a:bodyPr/>
          <a:lstStyle/>
          <a:p>
            <a:endParaRPr lang="es-ES" dirty="0"/>
          </a:p>
        </p:txBody>
      </p:sp>
      <p:sp>
        <p:nvSpPr>
          <p:cNvPr id="6" name="Slide Number Placeholder 5"/>
          <p:cNvSpPr>
            <a:spLocks noGrp="1"/>
          </p:cNvSpPr>
          <p:nvPr>
            <p:ph type="sldNum" sz="quarter" idx="12"/>
          </p:nvPr>
        </p:nvSpPr>
        <p:spPr/>
        <p:txBody>
          <a:bodyPr/>
          <a:lstStyle/>
          <a:p>
            <a:fld id="{9334388D-532C-419A-AB17-A002575CA21A}" type="slidenum">
              <a:rPr lang="es-ES" smtClean="0"/>
              <a:t>‹Nº›</a:t>
            </a:fld>
            <a:endParaRPr lang="es-ES" dirty="0"/>
          </a:p>
        </p:txBody>
      </p:sp>
    </p:spTree>
    <p:extLst>
      <p:ext uri="{BB962C8B-B14F-4D97-AF65-F5344CB8AC3E}">
        <p14:creationId xmlns:p14="http://schemas.microsoft.com/office/powerpoint/2010/main" val="25870858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665701" y="2185003"/>
            <a:ext cx="6528093" cy="34779545"/>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2081423" y="2185003"/>
            <a:ext cx="19205838" cy="34779545"/>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24FD259-023C-4E23-9E2B-633643F80A74}" type="datetimeFigureOut">
              <a:rPr lang="es-ES" smtClean="0"/>
              <a:t>29/05/2026</a:t>
            </a:fld>
            <a:endParaRPr lang="es-ES" dirty="0"/>
          </a:p>
        </p:txBody>
      </p:sp>
      <p:sp>
        <p:nvSpPr>
          <p:cNvPr id="5" name="Footer Placeholder 4"/>
          <p:cNvSpPr>
            <a:spLocks noGrp="1"/>
          </p:cNvSpPr>
          <p:nvPr>
            <p:ph type="ftr" sz="quarter" idx="11"/>
          </p:nvPr>
        </p:nvSpPr>
        <p:spPr/>
        <p:txBody>
          <a:bodyPr/>
          <a:lstStyle/>
          <a:p>
            <a:endParaRPr lang="es-ES" dirty="0"/>
          </a:p>
        </p:txBody>
      </p:sp>
      <p:sp>
        <p:nvSpPr>
          <p:cNvPr id="6" name="Slide Number Placeholder 5"/>
          <p:cNvSpPr>
            <a:spLocks noGrp="1"/>
          </p:cNvSpPr>
          <p:nvPr>
            <p:ph type="sldNum" sz="quarter" idx="12"/>
          </p:nvPr>
        </p:nvSpPr>
        <p:spPr/>
        <p:txBody>
          <a:bodyPr/>
          <a:lstStyle/>
          <a:p>
            <a:fld id="{9334388D-532C-419A-AB17-A002575CA21A}" type="slidenum">
              <a:rPr lang="es-ES" smtClean="0"/>
              <a:t>‹Nº›</a:t>
            </a:fld>
            <a:endParaRPr lang="es-ES" dirty="0"/>
          </a:p>
        </p:txBody>
      </p:sp>
    </p:spTree>
    <p:extLst>
      <p:ext uri="{BB962C8B-B14F-4D97-AF65-F5344CB8AC3E}">
        <p14:creationId xmlns:p14="http://schemas.microsoft.com/office/powerpoint/2010/main" val="24059483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81421" y="2185011"/>
            <a:ext cx="26112371" cy="7932513"/>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081421" y="10925013"/>
            <a:ext cx="26112371" cy="26039535"/>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2081421" y="38038055"/>
            <a:ext cx="6811923" cy="2185003"/>
          </a:xfrm>
          <a:prstGeom prst="rect">
            <a:avLst/>
          </a:prstGeom>
        </p:spPr>
        <p:txBody>
          <a:bodyPr vert="horz" lIns="91440" tIns="45720" rIns="91440" bIns="45720" rtlCol="0" anchor="ctr"/>
          <a:lstStyle>
            <a:lvl1pPr algn="l">
              <a:defRPr sz="3973">
                <a:solidFill>
                  <a:schemeClr val="tx1">
                    <a:tint val="75000"/>
                  </a:schemeClr>
                </a:solidFill>
              </a:defRPr>
            </a:lvl1pPr>
          </a:lstStyle>
          <a:p>
            <a:fld id="{124FD259-023C-4E23-9E2B-633643F80A74}" type="datetimeFigureOut">
              <a:rPr lang="es-ES" smtClean="0"/>
              <a:t>29/05/2026</a:t>
            </a:fld>
            <a:endParaRPr lang="es-ES" dirty="0"/>
          </a:p>
        </p:txBody>
      </p:sp>
      <p:sp>
        <p:nvSpPr>
          <p:cNvPr id="5" name="Footer Placeholder 4"/>
          <p:cNvSpPr>
            <a:spLocks noGrp="1"/>
          </p:cNvSpPr>
          <p:nvPr>
            <p:ph type="ftr" sz="quarter" idx="3"/>
          </p:nvPr>
        </p:nvSpPr>
        <p:spPr>
          <a:xfrm>
            <a:off x="10028665" y="38038055"/>
            <a:ext cx="10217884" cy="2185003"/>
          </a:xfrm>
          <a:prstGeom prst="rect">
            <a:avLst/>
          </a:prstGeom>
        </p:spPr>
        <p:txBody>
          <a:bodyPr vert="horz" lIns="91440" tIns="45720" rIns="91440" bIns="45720" rtlCol="0" anchor="ctr"/>
          <a:lstStyle>
            <a:lvl1pPr algn="ctr">
              <a:defRPr sz="3973">
                <a:solidFill>
                  <a:schemeClr val="tx1">
                    <a:tint val="75000"/>
                  </a:schemeClr>
                </a:solidFill>
              </a:defRPr>
            </a:lvl1pPr>
          </a:lstStyle>
          <a:p>
            <a:endParaRPr lang="es-ES" dirty="0"/>
          </a:p>
        </p:txBody>
      </p:sp>
      <p:sp>
        <p:nvSpPr>
          <p:cNvPr id="6" name="Slide Number Placeholder 5"/>
          <p:cNvSpPr>
            <a:spLocks noGrp="1"/>
          </p:cNvSpPr>
          <p:nvPr>
            <p:ph type="sldNum" sz="quarter" idx="4"/>
          </p:nvPr>
        </p:nvSpPr>
        <p:spPr>
          <a:xfrm>
            <a:off x="21381869" y="38038055"/>
            <a:ext cx="6811923" cy="2185003"/>
          </a:xfrm>
          <a:prstGeom prst="rect">
            <a:avLst/>
          </a:prstGeom>
        </p:spPr>
        <p:txBody>
          <a:bodyPr vert="horz" lIns="91440" tIns="45720" rIns="91440" bIns="45720" rtlCol="0" anchor="ctr"/>
          <a:lstStyle>
            <a:lvl1pPr algn="r">
              <a:defRPr sz="3973">
                <a:solidFill>
                  <a:schemeClr val="tx1">
                    <a:tint val="75000"/>
                  </a:schemeClr>
                </a:solidFill>
              </a:defRPr>
            </a:lvl1pPr>
          </a:lstStyle>
          <a:p>
            <a:fld id="{9334388D-532C-419A-AB17-A002575CA21A}" type="slidenum">
              <a:rPr lang="es-ES" smtClean="0"/>
              <a:t>‹Nº›</a:t>
            </a:fld>
            <a:endParaRPr lang="es-ES" dirty="0"/>
          </a:p>
        </p:txBody>
      </p:sp>
    </p:spTree>
    <p:extLst>
      <p:ext uri="{BB962C8B-B14F-4D97-AF65-F5344CB8AC3E}">
        <p14:creationId xmlns:p14="http://schemas.microsoft.com/office/powerpoint/2010/main" val="356157304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3027487" rtl="0" eaLnBrk="1" latinLnBrk="0" hangingPunct="1">
        <a:lnSpc>
          <a:spcPct val="90000"/>
        </a:lnSpc>
        <a:spcBef>
          <a:spcPct val="0"/>
        </a:spcBef>
        <a:buNone/>
        <a:defRPr sz="14568" kern="1200">
          <a:solidFill>
            <a:schemeClr val="tx1"/>
          </a:solidFill>
          <a:latin typeface="+mj-lt"/>
          <a:ea typeface="+mj-ea"/>
          <a:cs typeface="+mj-cs"/>
        </a:defRPr>
      </a:lvl1pPr>
    </p:titleStyle>
    <p:bodyStyle>
      <a:lvl1pPr marL="756872" indent="-756872" algn="l" defTabSz="3027487" rtl="0" eaLnBrk="1" latinLnBrk="0" hangingPunct="1">
        <a:lnSpc>
          <a:spcPct val="90000"/>
        </a:lnSpc>
        <a:spcBef>
          <a:spcPts val="3311"/>
        </a:spcBef>
        <a:buFont typeface="Arial" panose="020B0604020202020204" pitchFamily="34" charset="0"/>
        <a:buChar char="•"/>
        <a:defRPr sz="9271" kern="1200">
          <a:solidFill>
            <a:schemeClr val="tx1"/>
          </a:solidFill>
          <a:latin typeface="+mn-lt"/>
          <a:ea typeface="+mn-ea"/>
          <a:cs typeface="+mn-cs"/>
        </a:defRPr>
      </a:lvl1pPr>
      <a:lvl2pPr marL="2270615" indent="-756872" algn="l" defTabSz="3027487" rtl="0" eaLnBrk="1" latinLnBrk="0" hangingPunct="1">
        <a:lnSpc>
          <a:spcPct val="90000"/>
        </a:lnSpc>
        <a:spcBef>
          <a:spcPts val="1655"/>
        </a:spcBef>
        <a:buFont typeface="Arial" panose="020B0604020202020204" pitchFamily="34" charset="0"/>
        <a:buChar char="•"/>
        <a:defRPr sz="7946" kern="1200">
          <a:solidFill>
            <a:schemeClr val="tx1"/>
          </a:solidFill>
          <a:latin typeface="+mn-lt"/>
          <a:ea typeface="+mn-ea"/>
          <a:cs typeface="+mn-cs"/>
        </a:defRPr>
      </a:lvl2pPr>
      <a:lvl3pPr marL="3784359" indent="-756872" algn="l" defTabSz="3027487" rtl="0" eaLnBrk="1" latinLnBrk="0" hangingPunct="1">
        <a:lnSpc>
          <a:spcPct val="90000"/>
        </a:lnSpc>
        <a:spcBef>
          <a:spcPts val="1655"/>
        </a:spcBef>
        <a:buFont typeface="Arial" panose="020B0604020202020204" pitchFamily="34" charset="0"/>
        <a:buChar char="•"/>
        <a:defRPr sz="6622" kern="1200">
          <a:solidFill>
            <a:schemeClr val="tx1"/>
          </a:solidFill>
          <a:latin typeface="+mn-lt"/>
          <a:ea typeface="+mn-ea"/>
          <a:cs typeface="+mn-cs"/>
        </a:defRPr>
      </a:lvl3pPr>
      <a:lvl4pPr marL="5298102"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4pPr>
      <a:lvl5pPr marL="681184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p:bodyStyle>
    <p:otherStyle>
      <a:defPPr>
        <a:defRPr lang="en-US"/>
      </a:defPPr>
      <a:lvl1pPr marL="0" algn="l" defTabSz="3027487" rtl="0" eaLnBrk="1" latinLnBrk="0" hangingPunct="1">
        <a:defRPr sz="5960" kern="1200">
          <a:solidFill>
            <a:schemeClr val="tx1"/>
          </a:solidFill>
          <a:latin typeface="+mn-lt"/>
          <a:ea typeface="+mn-ea"/>
          <a:cs typeface="+mn-cs"/>
        </a:defRPr>
      </a:lvl1pPr>
      <a:lvl2pPr marL="1513743" algn="l" defTabSz="3027487" rtl="0" eaLnBrk="1" latinLnBrk="0" hangingPunct="1">
        <a:defRPr sz="5960" kern="1200">
          <a:solidFill>
            <a:schemeClr val="tx1"/>
          </a:solidFill>
          <a:latin typeface="+mn-lt"/>
          <a:ea typeface="+mn-ea"/>
          <a:cs typeface="+mn-cs"/>
        </a:defRPr>
      </a:lvl2pPr>
      <a:lvl3pPr marL="3027487" algn="l" defTabSz="3027487" rtl="0" eaLnBrk="1" latinLnBrk="0" hangingPunct="1">
        <a:defRPr sz="5960" kern="1200">
          <a:solidFill>
            <a:schemeClr val="tx1"/>
          </a:solidFill>
          <a:latin typeface="+mn-lt"/>
          <a:ea typeface="+mn-ea"/>
          <a:cs typeface="+mn-cs"/>
        </a:defRPr>
      </a:lvl3pPr>
      <a:lvl4pPr marL="4541230" algn="l" defTabSz="3027487" rtl="0" eaLnBrk="1" latinLnBrk="0" hangingPunct="1">
        <a:defRPr sz="5960" kern="1200">
          <a:solidFill>
            <a:schemeClr val="tx1"/>
          </a:solidFill>
          <a:latin typeface="+mn-lt"/>
          <a:ea typeface="+mn-ea"/>
          <a:cs typeface="+mn-cs"/>
        </a:defRPr>
      </a:lvl4pPr>
      <a:lvl5pPr marL="6054974" algn="l" defTabSz="3027487" rtl="0" eaLnBrk="1" latinLnBrk="0" hangingPunct="1">
        <a:defRPr sz="5960" kern="1200">
          <a:solidFill>
            <a:schemeClr val="tx1"/>
          </a:solidFill>
          <a:latin typeface="+mn-lt"/>
          <a:ea typeface="+mn-ea"/>
          <a:cs typeface="+mn-cs"/>
        </a:defRPr>
      </a:lvl5pPr>
      <a:lvl6pPr marL="7568717" algn="l" defTabSz="3027487" rtl="0" eaLnBrk="1" latinLnBrk="0" hangingPunct="1">
        <a:defRPr sz="5960" kern="1200">
          <a:solidFill>
            <a:schemeClr val="tx1"/>
          </a:solidFill>
          <a:latin typeface="+mn-lt"/>
          <a:ea typeface="+mn-ea"/>
          <a:cs typeface="+mn-cs"/>
        </a:defRPr>
      </a:lvl6pPr>
      <a:lvl7pPr marL="9082461" algn="l" defTabSz="3027487" rtl="0" eaLnBrk="1" latinLnBrk="0" hangingPunct="1">
        <a:defRPr sz="5960" kern="1200">
          <a:solidFill>
            <a:schemeClr val="tx1"/>
          </a:solidFill>
          <a:latin typeface="+mn-lt"/>
          <a:ea typeface="+mn-ea"/>
          <a:cs typeface="+mn-cs"/>
        </a:defRPr>
      </a:lvl7pPr>
      <a:lvl8pPr marL="10596204" algn="l" defTabSz="3027487" rtl="0" eaLnBrk="1" latinLnBrk="0" hangingPunct="1">
        <a:defRPr sz="5960" kern="1200">
          <a:solidFill>
            <a:schemeClr val="tx1"/>
          </a:solidFill>
          <a:latin typeface="+mn-lt"/>
          <a:ea typeface="+mn-ea"/>
          <a:cs typeface="+mn-cs"/>
        </a:defRPr>
      </a:lvl8pPr>
      <a:lvl9pPr marL="12109948" algn="l" defTabSz="3027487" rtl="0" eaLnBrk="1" latinLnBrk="0" hangingPunct="1">
        <a:defRPr sz="59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hyperlink" Target="https://doi.org/10.1101/2025.10.22.25338076" TargetMode="External"/><Relationship Id="rId7" Type="http://schemas.openxmlformats.org/officeDocument/2006/relationships/image" Target="../media/image4.jpeg"/><Relationship Id="rId2" Type="http://schemas.openxmlformats.org/officeDocument/2006/relationships/hyperlink" Target="https://doi.org/10.1038/s41380-025-03271-y" TargetMode="External"/><Relationship Id="rId1" Type="http://schemas.openxmlformats.org/officeDocument/2006/relationships/slideLayout" Target="../slideLayouts/slideLayout7.xml"/><Relationship Id="rId6" Type="http://schemas.openxmlformats.org/officeDocument/2006/relationships/image" Target="../media/image3.jpeg"/><Relationship Id="rId5" Type="http://schemas.openxmlformats.org/officeDocument/2006/relationships/image" Target="../media/image2.jpeg"/><Relationship Id="rId10" Type="http://schemas.openxmlformats.org/officeDocument/2006/relationships/image" Target="../media/image7.png"/><Relationship Id="rId4" Type="http://schemas.openxmlformats.org/officeDocument/2006/relationships/image" Target="../media/image1.png"/><Relationship Id="rId9"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alpha val="15000"/>
          </a:schemeClr>
        </a:solidFill>
        <a:effectLst/>
      </p:bgPr>
    </p:bg>
    <p:spTree>
      <p:nvGrpSpPr>
        <p:cNvPr id="1" name=""/>
        <p:cNvGrpSpPr/>
        <p:nvPr/>
      </p:nvGrpSpPr>
      <p:grpSpPr>
        <a:xfrm>
          <a:off x="0" y="0"/>
          <a:ext cx="0" cy="0"/>
          <a:chOff x="0" y="0"/>
          <a:chExt cx="0" cy="0"/>
        </a:xfrm>
      </p:grpSpPr>
      <p:sp>
        <p:nvSpPr>
          <p:cNvPr id="4" name="CuadroTexto 3"/>
          <p:cNvSpPr txBox="1"/>
          <p:nvPr/>
        </p:nvSpPr>
        <p:spPr>
          <a:xfrm>
            <a:off x="81887" y="4864367"/>
            <a:ext cx="30141080" cy="1631216"/>
          </a:xfrm>
          <a:prstGeom prst="rect">
            <a:avLst/>
          </a:prstGeom>
          <a:noFill/>
        </p:spPr>
        <p:txBody>
          <a:bodyPr wrap="square" rtlCol="0">
            <a:spAutoFit/>
          </a:bodyPr>
          <a:lstStyle/>
          <a:p>
            <a:pPr algn="just"/>
            <a:r>
              <a:rPr lang="en-GB" sz="2000" baseline="30000" dirty="0"/>
              <a:t>1</a:t>
            </a:r>
            <a:r>
              <a:rPr lang="en-GB" sz="2000" dirty="0"/>
              <a:t>Centro de </a:t>
            </a:r>
            <a:r>
              <a:rPr lang="en-GB" sz="2000" dirty="0" err="1"/>
              <a:t>Biología</a:t>
            </a:r>
            <a:r>
              <a:rPr lang="en-GB" sz="2000" dirty="0"/>
              <a:t> Molecular Severo Ochoa (CBMSO), UAM/CSIC, Madrid, Spain; </a:t>
            </a:r>
            <a:r>
              <a:rPr lang="en-GB" sz="2000" baseline="30000" dirty="0"/>
              <a:t>2</a:t>
            </a:r>
            <a:r>
              <a:rPr lang="en-GB" sz="2000" dirty="0"/>
              <a:t>School of Psychology, Universidad Alfonso X </a:t>
            </a:r>
            <a:r>
              <a:rPr lang="en-GB" sz="2000" dirty="0" err="1"/>
              <a:t>el</a:t>
            </a:r>
            <a:r>
              <a:rPr lang="en-GB" sz="2000" dirty="0"/>
              <a:t> Sabio, Madrid, Spain; </a:t>
            </a:r>
            <a:r>
              <a:rPr lang="en-GB" sz="2000" baseline="30000" dirty="0"/>
              <a:t>3</a:t>
            </a:r>
            <a:r>
              <a:rPr lang="en-GB" sz="2000" dirty="0"/>
              <a:t>Instituto de </a:t>
            </a:r>
            <a:r>
              <a:rPr lang="en-GB" sz="2000" dirty="0" err="1"/>
              <a:t>Investigación</a:t>
            </a:r>
            <a:r>
              <a:rPr lang="en-GB" sz="2000" dirty="0"/>
              <a:t> Sanitaria Fundación Jiménez Díaz, Madrid, Spain; </a:t>
            </a:r>
            <a:r>
              <a:rPr lang="en-GB" sz="2000" baseline="30000" dirty="0"/>
              <a:t>4 </a:t>
            </a:r>
            <a:r>
              <a:rPr lang="en-GB" sz="2000" dirty="0"/>
              <a:t>Department of Psychiatry, Hospital Universitario Fundacion Jiménez Díaz, Madrid, Spain.; </a:t>
            </a:r>
            <a:r>
              <a:rPr lang="en-GB" sz="2000" baseline="30000" dirty="0"/>
              <a:t>5</a:t>
            </a:r>
            <a:r>
              <a:rPr lang="en-GB" sz="2000" dirty="0"/>
              <a:t>Department of Psychiatry, Hospital Universitario Infanta Elena, </a:t>
            </a:r>
            <a:r>
              <a:rPr lang="en-GB" sz="2000" dirty="0" err="1"/>
              <a:t>Valdemoro</a:t>
            </a:r>
            <a:r>
              <a:rPr lang="en-GB" sz="2000" dirty="0"/>
              <a:t>, Madrid, Spain; </a:t>
            </a:r>
            <a:r>
              <a:rPr lang="en-GB" sz="2000" baseline="30000" dirty="0"/>
              <a:t>6</a:t>
            </a:r>
            <a:r>
              <a:rPr lang="en-GB" sz="2000" dirty="0"/>
              <a:t>Department of Psychiatry, Hospital Universitario Rey Juan Carlos, Mostoles, Madrid, Spain; </a:t>
            </a:r>
            <a:r>
              <a:rPr lang="en-GB" sz="2000" baseline="30000" dirty="0"/>
              <a:t>7</a:t>
            </a:r>
            <a:r>
              <a:rPr lang="en-GB" sz="2000" dirty="0"/>
              <a:t>Department of Psychiatry, Hospital General de Villalba, Madrid, Spain; </a:t>
            </a:r>
            <a:r>
              <a:rPr lang="en-GB" sz="2000" baseline="30000" dirty="0"/>
              <a:t>8</a:t>
            </a:r>
            <a:r>
              <a:rPr lang="en-GB" sz="2000" dirty="0"/>
              <a:t>Departament of Occupational Medicine and Work Health, Consejo Superior de </a:t>
            </a:r>
            <a:r>
              <a:rPr lang="en-GB" sz="2000" dirty="0" err="1"/>
              <a:t>Investigaciones</a:t>
            </a:r>
            <a:r>
              <a:rPr lang="en-GB" sz="2000" dirty="0"/>
              <a:t> </a:t>
            </a:r>
            <a:r>
              <a:rPr lang="en-GB" sz="2000" dirty="0" err="1"/>
              <a:t>Científicas</a:t>
            </a:r>
            <a:r>
              <a:rPr lang="en-GB" sz="2000" dirty="0"/>
              <a:t> (CSIC), Madrid, Spain; </a:t>
            </a:r>
            <a:r>
              <a:rPr lang="en-GB" sz="2000" baseline="30000" dirty="0"/>
              <a:t>9</a:t>
            </a:r>
            <a:r>
              <a:rPr lang="en-GB" sz="2000" dirty="0"/>
              <a:t>Neuroscience Research Australia, Sydney, NSW, Australia; </a:t>
            </a:r>
            <a:r>
              <a:rPr lang="en-GB" sz="2000" baseline="30000" dirty="0"/>
              <a:t>10</a:t>
            </a:r>
            <a:r>
              <a:rPr lang="en-GB" sz="2000" dirty="0"/>
              <a:t>School of Biomedical Sciences, University of New South Wales, Sydney, NSW, Australia; </a:t>
            </a:r>
            <a:r>
              <a:rPr lang="en-GB" sz="2000" baseline="30000" dirty="0"/>
              <a:t>11</a:t>
            </a:r>
            <a:r>
              <a:rPr lang="en-GB" sz="2000" dirty="0"/>
              <a:t>Department of Psychiatry, Universidad </a:t>
            </a:r>
            <a:r>
              <a:rPr lang="en-GB" sz="2000" dirty="0" err="1"/>
              <a:t>Autónoma</a:t>
            </a:r>
            <a:r>
              <a:rPr lang="en-GB" sz="2000" dirty="0"/>
              <a:t> de Madrid, Madrid, Spain; </a:t>
            </a:r>
            <a:r>
              <a:rPr lang="en-GB" sz="2000" baseline="30000" dirty="0"/>
              <a:t>12</a:t>
            </a:r>
            <a:r>
              <a:rPr lang="en-GB" sz="2000" dirty="0"/>
              <a:t>CIBERSAM (Centro de </a:t>
            </a:r>
            <a:r>
              <a:rPr lang="en-GB" sz="2000" dirty="0" err="1"/>
              <a:t>Investigación</a:t>
            </a:r>
            <a:r>
              <a:rPr lang="en-GB" sz="2000" dirty="0"/>
              <a:t> </a:t>
            </a:r>
            <a:r>
              <a:rPr lang="en-GB" sz="2000" dirty="0" err="1"/>
              <a:t>Biomédica</a:t>
            </a:r>
            <a:r>
              <a:rPr lang="en-GB" sz="2000" dirty="0"/>
              <a:t> </a:t>
            </a:r>
            <a:r>
              <a:rPr lang="en-GB" sz="2000" dirty="0" err="1"/>
              <a:t>en</a:t>
            </a:r>
            <a:r>
              <a:rPr lang="en-GB" sz="2000" dirty="0"/>
              <a:t> Red Salud Mental), Instituto de Salud Carlos III, Madrid, Spain; </a:t>
            </a:r>
            <a:r>
              <a:rPr lang="en-GB" sz="2000" baseline="30000" dirty="0"/>
              <a:t>13</a:t>
            </a:r>
            <a:r>
              <a:rPr lang="en-GB" sz="2000" dirty="0"/>
              <a:t>Universidad Católica del Maule, Talca, Chile; </a:t>
            </a:r>
            <a:r>
              <a:rPr lang="en-GB" sz="2000" baseline="30000" dirty="0"/>
              <a:t>14</a:t>
            </a:r>
            <a:r>
              <a:rPr lang="en-GB" sz="2000" dirty="0"/>
              <a:t>School of Medicine, University of St Andrews, St Andrews, UK; </a:t>
            </a:r>
            <a:r>
              <a:rPr lang="en-GB" sz="2000" baseline="30000" dirty="0"/>
              <a:t>15</a:t>
            </a:r>
            <a:r>
              <a:rPr lang="en-GB" sz="2000" dirty="0"/>
              <a:t>School of Clinical Medicine, Discipline of Psychiatry and Mental Health, University of New South Wales, Sydney, NSW, Australia</a:t>
            </a:r>
          </a:p>
        </p:txBody>
      </p:sp>
      <p:sp>
        <p:nvSpPr>
          <p:cNvPr id="17" name="Rectángulo redondeado 16"/>
          <p:cNvSpPr/>
          <p:nvPr/>
        </p:nvSpPr>
        <p:spPr>
          <a:xfrm>
            <a:off x="11181911" y="39352777"/>
            <a:ext cx="19093302" cy="1445166"/>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ES" sz="2000" b="1" i="1" u="sng" dirty="0">
                <a:solidFill>
                  <a:schemeClr val="tx1"/>
                </a:solidFill>
                <a:ea typeface="Calibri" panose="020F0502020204030204" pitchFamily="34" charset="0"/>
              </a:rPr>
              <a:t>References</a:t>
            </a:r>
          </a:p>
          <a:p>
            <a:pPr marL="328773" indent="-328773" algn="just">
              <a:buFont typeface="+mj-lt"/>
              <a:buAutoNum type="arabicPeriod"/>
            </a:pPr>
            <a:r>
              <a:rPr lang="es-ES" sz="2000" dirty="0">
                <a:solidFill>
                  <a:schemeClr val="tx1"/>
                </a:solidFill>
                <a:ea typeface="Calibri" panose="020F0502020204030204" pitchFamily="34" charset="0"/>
              </a:rPr>
              <a:t>Colbert, S.M.C. et al. </a:t>
            </a:r>
            <a:r>
              <a:rPr lang="es-ES" sz="2000" dirty="0" err="1">
                <a:solidFill>
                  <a:schemeClr val="tx1"/>
                </a:solidFill>
                <a:ea typeface="Calibri" panose="020F0502020204030204" pitchFamily="34" charset="0"/>
              </a:rPr>
              <a:t>Defining</a:t>
            </a:r>
            <a:r>
              <a:rPr lang="es-ES" sz="2000" dirty="0">
                <a:solidFill>
                  <a:schemeClr val="tx1"/>
                </a:solidFill>
                <a:ea typeface="Calibri" panose="020F0502020204030204" pitchFamily="34" charset="0"/>
              </a:rPr>
              <a:t> </a:t>
            </a:r>
            <a:r>
              <a:rPr lang="es-ES" sz="2000" dirty="0" err="1">
                <a:solidFill>
                  <a:schemeClr val="tx1"/>
                </a:solidFill>
                <a:ea typeface="Calibri" panose="020F0502020204030204" pitchFamily="34" charset="0"/>
              </a:rPr>
              <a:t>suicidality</a:t>
            </a:r>
            <a:r>
              <a:rPr lang="es-ES" sz="2000" dirty="0">
                <a:solidFill>
                  <a:schemeClr val="tx1"/>
                </a:solidFill>
                <a:ea typeface="Calibri" panose="020F0502020204030204" pitchFamily="34" charset="0"/>
              </a:rPr>
              <a:t> </a:t>
            </a:r>
            <a:r>
              <a:rPr lang="es-ES" sz="2000" dirty="0" err="1">
                <a:solidFill>
                  <a:schemeClr val="tx1"/>
                </a:solidFill>
                <a:ea typeface="Calibri" panose="020F0502020204030204" pitchFamily="34" charset="0"/>
              </a:rPr>
              <a:t>phenotypes</a:t>
            </a:r>
            <a:r>
              <a:rPr lang="es-ES" sz="2000" dirty="0">
                <a:solidFill>
                  <a:schemeClr val="tx1"/>
                </a:solidFill>
                <a:ea typeface="Calibri" panose="020F0502020204030204" pitchFamily="34" charset="0"/>
              </a:rPr>
              <a:t> </a:t>
            </a:r>
            <a:r>
              <a:rPr lang="es-ES" sz="2000" dirty="0" err="1">
                <a:solidFill>
                  <a:schemeClr val="tx1"/>
                </a:solidFill>
                <a:ea typeface="Calibri" panose="020F0502020204030204" pitchFamily="34" charset="0"/>
              </a:rPr>
              <a:t>for</a:t>
            </a:r>
            <a:r>
              <a:rPr lang="es-ES" sz="2000" dirty="0">
                <a:solidFill>
                  <a:schemeClr val="tx1"/>
                </a:solidFill>
                <a:ea typeface="Calibri" panose="020F0502020204030204" pitchFamily="34" charset="0"/>
              </a:rPr>
              <a:t> </a:t>
            </a:r>
            <a:r>
              <a:rPr lang="es-ES" sz="2000" dirty="0" err="1">
                <a:solidFill>
                  <a:schemeClr val="tx1"/>
                </a:solidFill>
                <a:ea typeface="Calibri" panose="020F0502020204030204" pitchFamily="34" charset="0"/>
              </a:rPr>
              <a:t>genetic</a:t>
            </a:r>
            <a:r>
              <a:rPr lang="es-ES" sz="2000" dirty="0">
                <a:solidFill>
                  <a:schemeClr val="tx1"/>
                </a:solidFill>
                <a:ea typeface="Calibri" panose="020F0502020204030204" pitchFamily="34" charset="0"/>
              </a:rPr>
              <a:t> </a:t>
            </a:r>
            <a:r>
              <a:rPr lang="es-ES" sz="2000" dirty="0" err="1">
                <a:solidFill>
                  <a:schemeClr val="tx1"/>
                </a:solidFill>
                <a:ea typeface="Calibri" panose="020F0502020204030204" pitchFamily="34" charset="0"/>
              </a:rPr>
              <a:t>studies</a:t>
            </a:r>
            <a:r>
              <a:rPr lang="es-ES" sz="2000" dirty="0">
                <a:solidFill>
                  <a:schemeClr val="tx1"/>
                </a:solidFill>
                <a:ea typeface="Calibri" panose="020F0502020204030204" pitchFamily="34" charset="0"/>
              </a:rPr>
              <a:t>: </a:t>
            </a:r>
            <a:r>
              <a:rPr lang="es-ES" sz="2000" dirty="0" err="1">
                <a:solidFill>
                  <a:schemeClr val="tx1"/>
                </a:solidFill>
                <a:ea typeface="Calibri" panose="020F0502020204030204" pitchFamily="34" charset="0"/>
              </a:rPr>
              <a:t>perspectives</a:t>
            </a:r>
            <a:r>
              <a:rPr lang="es-ES" sz="2000" dirty="0">
                <a:solidFill>
                  <a:schemeClr val="tx1"/>
                </a:solidFill>
                <a:ea typeface="Calibri" panose="020F0502020204030204" pitchFamily="34" charset="0"/>
              </a:rPr>
              <a:t> </a:t>
            </a:r>
            <a:r>
              <a:rPr lang="es-ES" sz="2000" dirty="0" err="1">
                <a:solidFill>
                  <a:schemeClr val="tx1"/>
                </a:solidFill>
                <a:ea typeface="Calibri" panose="020F0502020204030204" pitchFamily="34" charset="0"/>
              </a:rPr>
              <a:t>of</a:t>
            </a:r>
            <a:r>
              <a:rPr lang="es-ES" sz="2000" dirty="0">
                <a:solidFill>
                  <a:schemeClr val="tx1"/>
                </a:solidFill>
                <a:ea typeface="Calibri" panose="020F0502020204030204" pitchFamily="34" charset="0"/>
              </a:rPr>
              <a:t> </a:t>
            </a:r>
            <a:r>
              <a:rPr lang="es-ES" sz="2000" dirty="0" err="1">
                <a:solidFill>
                  <a:schemeClr val="tx1"/>
                </a:solidFill>
                <a:ea typeface="Calibri" panose="020F0502020204030204" pitchFamily="34" charset="0"/>
              </a:rPr>
              <a:t>the</a:t>
            </a:r>
            <a:r>
              <a:rPr lang="es-ES" sz="2000" dirty="0">
                <a:solidFill>
                  <a:schemeClr val="tx1"/>
                </a:solidFill>
                <a:ea typeface="Calibri" panose="020F0502020204030204" pitchFamily="34" charset="0"/>
              </a:rPr>
              <a:t> PGC Suicide Working Group. Mol </a:t>
            </a:r>
            <a:r>
              <a:rPr lang="es-ES" sz="2000" dirty="0" err="1">
                <a:solidFill>
                  <a:schemeClr val="tx1"/>
                </a:solidFill>
                <a:ea typeface="Calibri" panose="020F0502020204030204" pitchFamily="34" charset="0"/>
              </a:rPr>
              <a:t>Psychiatry</a:t>
            </a:r>
            <a:r>
              <a:rPr lang="es-ES" sz="2000" dirty="0">
                <a:solidFill>
                  <a:schemeClr val="tx1"/>
                </a:solidFill>
                <a:ea typeface="Calibri" panose="020F0502020204030204" pitchFamily="34" charset="0"/>
              </a:rPr>
              <a:t> 30, 6144–6154 (2025). </a:t>
            </a:r>
            <a:r>
              <a:rPr lang="es-ES" sz="2000" dirty="0">
                <a:solidFill>
                  <a:schemeClr val="tx1"/>
                </a:solidFill>
                <a:ea typeface="Calibri" panose="020F0502020204030204" pitchFamily="34" charset="0"/>
                <a:hlinkClick r:id="rId2"/>
              </a:rPr>
              <a:t>https://doi.org/10.1038/s41380-025-03271-y</a:t>
            </a:r>
            <a:endParaRPr lang="es-ES" sz="2000" dirty="0">
              <a:solidFill>
                <a:schemeClr val="tx1"/>
              </a:solidFill>
              <a:ea typeface="Calibri" panose="020F0502020204030204" pitchFamily="34" charset="0"/>
            </a:endParaRPr>
          </a:p>
          <a:p>
            <a:pPr marL="328773" indent="-328773" algn="just">
              <a:buFont typeface="+mj-lt"/>
              <a:buAutoNum type="arabicPeriod"/>
            </a:pPr>
            <a:r>
              <a:rPr lang="es-ES" sz="2000" dirty="0">
                <a:solidFill>
                  <a:schemeClr val="tx1"/>
                </a:solidFill>
                <a:ea typeface="Calibri" panose="020F0502020204030204" pitchFamily="34" charset="0"/>
              </a:rPr>
              <a:t>Colbert, S.M.C. et al. </a:t>
            </a:r>
            <a:r>
              <a:rPr lang="es-ES" sz="2000" dirty="0" err="1">
                <a:solidFill>
                  <a:schemeClr val="tx1"/>
                </a:solidFill>
                <a:ea typeface="Calibri" panose="020F0502020204030204" pitchFamily="34" charset="0"/>
              </a:rPr>
              <a:t>Genome-wide</a:t>
            </a:r>
            <a:r>
              <a:rPr lang="es-ES" sz="2000" dirty="0">
                <a:solidFill>
                  <a:schemeClr val="tx1"/>
                </a:solidFill>
                <a:ea typeface="Calibri" panose="020F0502020204030204" pitchFamily="34" charset="0"/>
              </a:rPr>
              <a:t> </a:t>
            </a:r>
            <a:r>
              <a:rPr lang="es-ES" sz="2000" dirty="0" err="1">
                <a:solidFill>
                  <a:schemeClr val="tx1"/>
                </a:solidFill>
                <a:ea typeface="Calibri" panose="020F0502020204030204" pitchFamily="34" charset="0"/>
              </a:rPr>
              <a:t>association</a:t>
            </a:r>
            <a:r>
              <a:rPr lang="es-ES" sz="2000" dirty="0">
                <a:solidFill>
                  <a:schemeClr val="tx1"/>
                </a:solidFill>
                <a:ea typeface="Calibri" panose="020F0502020204030204" pitchFamily="34" charset="0"/>
              </a:rPr>
              <a:t> </a:t>
            </a:r>
            <a:r>
              <a:rPr lang="es-ES" sz="2000" dirty="0" err="1">
                <a:solidFill>
                  <a:schemeClr val="tx1"/>
                </a:solidFill>
                <a:ea typeface="Calibri" panose="020F0502020204030204" pitchFamily="34" charset="0"/>
              </a:rPr>
              <a:t>studies</a:t>
            </a:r>
            <a:r>
              <a:rPr lang="es-ES" sz="2000" dirty="0">
                <a:solidFill>
                  <a:schemeClr val="tx1"/>
                </a:solidFill>
                <a:ea typeface="Calibri" panose="020F0502020204030204" pitchFamily="34" charset="0"/>
              </a:rPr>
              <a:t> </a:t>
            </a:r>
            <a:r>
              <a:rPr lang="es-ES" sz="2000" dirty="0" err="1">
                <a:solidFill>
                  <a:schemeClr val="tx1"/>
                </a:solidFill>
                <a:ea typeface="Calibri" panose="020F0502020204030204" pitchFamily="34" charset="0"/>
              </a:rPr>
              <a:t>identify</a:t>
            </a:r>
            <a:r>
              <a:rPr lang="es-ES" sz="2000" dirty="0">
                <a:solidFill>
                  <a:schemeClr val="tx1"/>
                </a:solidFill>
                <a:ea typeface="Calibri" panose="020F0502020204030204" pitchFamily="34" charset="0"/>
              </a:rPr>
              <a:t> 77 loci </a:t>
            </a:r>
            <a:r>
              <a:rPr lang="es-ES" sz="2000" dirty="0" err="1">
                <a:solidFill>
                  <a:schemeClr val="tx1"/>
                </a:solidFill>
                <a:ea typeface="Calibri" panose="020F0502020204030204" pitchFamily="34" charset="0"/>
              </a:rPr>
              <a:t>for</a:t>
            </a:r>
            <a:r>
              <a:rPr lang="es-ES" sz="2000" dirty="0">
                <a:solidFill>
                  <a:schemeClr val="tx1"/>
                </a:solidFill>
                <a:ea typeface="Calibri" panose="020F0502020204030204" pitchFamily="34" charset="0"/>
              </a:rPr>
              <a:t> </a:t>
            </a:r>
            <a:r>
              <a:rPr lang="es-ES" sz="2000" dirty="0" err="1">
                <a:solidFill>
                  <a:schemeClr val="tx1"/>
                </a:solidFill>
                <a:ea typeface="Calibri" panose="020F0502020204030204" pitchFamily="34" charset="0"/>
              </a:rPr>
              <a:t>suicidality</a:t>
            </a:r>
            <a:r>
              <a:rPr lang="es-ES" sz="2000" dirty="0">
                <a:solidFill>
                  <a:schemeClr val="tx1"/>
                </a:solidFill>
                <a:ea typeface="Calibri" panose="020F0502020204030204" pitchFamily="34" charset="0"/>
              </a:rPr>
              <a:t> and </a:t>
            </a:r>
            <a:r>
              <a:rPr lang="es-ES" sz="2000" dirty="0" err="1">
                <a:solidFill>
                  <a:schemeClr val="tx1"/>
                </a:solidFill>
                <a:ea typeface="Calibri" panose="020F0502020204030204" pitchFamily="34" charset="0"/>
              </a:rPr>
              <a:t>provide</a:t>
            </a:r>
            <a:r>
              <a:rPr lang="es-ES" sz="2000" dirty="0">
                <a:solidFill>
                  <a:schemeClr val="tx1"/>
                </a:solidFill>
                <a:ea typeface="Calibri" panose="020F0502020204030204" pitchFamily="34" charset="0"/>
              </a:rPr>
              <a:t> novel </a:t>
            </a:r>
            <a:r>
              <a:rPr lang="es-ES" sz="2000" dirty="0" err="1">
                <a:solidFill>
                  <a:schemeClr val="tx1"/>
                </a:solidFill>
                <a:ea typeface="Calibri" panose="020F0502020204030204" pitchFamily="34" charset="0"/>
              </a:rPr>
              <a:t>biological</a:t>
            </a:r>
            <a:r>
              <a:rPr lang="es-ES" sz="2000" dirty="0">
                <a:solidFill>
                  <a:schemeClr val="tx1"/>
                </a:solidFill>
                <a:ea typeface="Calibri" panose="020F0502020204030204" pitchFamily="34" charset="0"/>
              </a:rPr>
              <a:t> </a:t>
            </a:r>
            <a:r>
              <a:rPr lang="es-ES" sz="2000" dirty="0" err="1">
                <a:solidFill>
                  <a:schemeClr val="tx1"/>
                </a:solidFill>
                <a:ea typeface="Calibri" panose="020F0502020204030204" pitchFamily="34" charset="0"/>
              </a:rPr>
              <a:t>insights</a:t>
            </a:r>
            <a:r>
              <a:rPr lang="es-ES" sz="2000" dirty="0">
                <a:solidFill>
                  <a:schemeClr val="tx1"/>
                </a:solidFill>
                <a:ea typeface="Calibri" panose="020F0502020204030204" pitchFamily="34" charset="0"/>
              </a:rPr>
              <a:t>. </a:t>
            </a:r>
            <a:r>
              <a:rPr lang="es-ES" sz="2000" dirty="0" err="1">
                <a:solidFill>
                  <a:schemeClr val="tx1"/>
                </a:solidFill>
                <a:ea typeface="Calibri" panose="020F0502020204030204" pitchFamily="34" charset="0"/>
              </a:rPr>
              <a:t>medRxiv</a:t>
            </a:r>
            <a:r>
              <a:rPr lang="es-ES" sz="2000" dirty="0">
                <a:solidFill>
                  <a:schemeClr val="tx1"/>
                </a:solidFill>
                <a:ea typeface="Calibri" panose="020F0502020204030204" pitchFamily="34" charset="0"/>
              </a:rPr>
              <a:t> (2025). </a:t>
            </a:r>
            <a:r>
              <a:rPr lang="es-ES" sz="2000" dirty="0">
                <a:solidFill>
                  <a:schemeClr val="tx1"/>
                </a:solidFill>
                <a:ea typeface="Calibri" panose="020F0502020204030204" pitchFamily="34" charset="0"/>
                <a:hlinkClick r:id="rId3"/>
              </a:rPr>
              <a:t>https://doi.org/10.1101/2025.10.22.25338076</a:t>
            </a:r>
            <a:r>
              <a:rPr lang="es-ES" sz="2000" dirty="0">
                <a:solidFill>
                  <a:schemeClr val="tx1"/>
                </a:solidFill>
                <a:ea typeface="Calibri" panose="020F0502020204030204" pitchFamily="34" charset="0"/>
              </a:rPr>
              <a:t> </a:t>
            </a:r>
            <a:endParaRPr lang="en-GB" sz="2000" dirty="0"/>
          </a:p>
        </p:txBody>
      </p:sp>
      <p:sp>
        <p:nvSpPr>
          <p:cNvPr id="16" name="Rectángulo 15"/>
          <p:cNvSpPr/>
          <p:nvPr/>
        </p:nvSpPr>
        <p:spPr>
          <a:xfrm>
            <a:off x="1490967" y="2721567"/>
            <a:ext cx="27329792" cy="2217274"/>
          </a:xfrm>
          <a:prstGeom prst="rect">
            <a:avLst/>
          </a:prstGeom>
        </p:spPr>
        <p:txBody>
          <a:bodyPr wrap="square">
            <a:spAutoFit/>
          </a:bodyPr>
          <a:lstStyle/>
          <a:p>
            <a:pPr algn="ctr"/>
            <a:r>
              <a:rPr lang="en-AU" sz="3452" b="1" dirty="0"/>
              <a:t>Inés García-Ortiz</a:t>
            </a:r>
            <a:r>
              <a:rPr lang="en-AU" sz="3452" b="1" baseline="30000" dirty="0"/>
              <a:t>1</a:t>
            </a:r>
            <a:r>
              <a:rPr lang="en-AU" sz="3452" b="1" dirty="0"/>
              <a:t>, Lucía Albarracín García</a:t>
            </a:r>
            <a:r>
              <a:rPr lang="en-AU" sz="3452" b="1" baseline="30000" dirty="0"/>
              <a:t>2,3,4,5,6,7</a:t>
            </a:r>
            <a:r>
              <a:rPr lang="en-AU" sz="3452" b="1" dirty="0"/>
              <a:t>, Elisabet </a:t>
            </a:r>
            <a:r>
              <a:rPr lang="en-AU" sz="3452" b="1" dirty="0" err="1"/>
              <a:t>Madridejos</a:t>
            </a:r>
            <a:r>
              <a:rPr lang="en-AU" sz="3452" b="1" dirty="0"/>
              <a:t> Palomares</a:t>
            </a:r>
            <a:r>
              <a:rPr lang="en-AU" sz="3452" b="1" baseline="30000" dirty="0"/>
              <a:t>3,4</a:t>
            </a:r>
            <a:r>
              <a:rPr lang="en-AU" sz="3452" b="1" dirty="0"/>
              <a:t>, Miriam Martínez-Jiménez</a:t>
            </a:r>
            <a:r>
              <a:rPr lang="en-AU" sz="3452" b="1" baseline="30000" dirty="0"/>
              <a:t>1</a:t>
            </a:r>
            <a:r>
              <a:rPr lang="en-AU" sz="3452" b="1" dirty="0"/>
              <a:t>, Rosa Ana Bello Sousa</a:t>
            </a:r>
            <a:r>
              <a:rPr lang="en-AU" sz="3452" b="1" baseline="30000" dirty="0"/>
              <a:t>4</a:t>
            </a:r>
            <a:r>
              <a:rPr lang="en-AU" sz="3452" b="1" dirty="0"/>
              <a:t>, Inés Carpio-López</a:t>
            </a:r>
            <a:r>
              <a:rPr lang="en-AU" sz="3452" b="1" baseline="30000" dirty="0"/>
              <a:t>1</a:t>
            </a:r>
            <a:r>
              <a:rPr lang="en-AU" sz="3452" b="1" dirty="0"/>
              <a:t>, Sergio Sánchez-Alonso</a:t>
            </a:r>
            <a:r>
              <a:rPr lang="en-AU" sz="3452" b="1" baseline="30000" dirty="0"/>
              <a:t>4</a:t>
            </a:r>
            <a:r>
              <a:rPr lang="en-AU" sz="3452" b="1" dirty="0"/>
              <a:t>, Sergio Benavente López</a:t>
            </a:r>
            <a:r>
              <a:rPr lang="en-AU" sz="3452" b="1" baseline="30000" dirty="0"/>
              <a:t>5</a:t>
            </a:r>
            <a:r>
              <a:rPr lang="en-AU" sz="3452" b="1" dirty="0"/>
              <a:t>, Raquel Álvarez García</a:t>
            </a:r>
            <a:r>
              <a:rPr lang="en-AU" sz="3452" b="1" baseline="30000" dirty="0"/>
              <a:t>6</a:t>
            </a:r>
            <a:r>
              <a:rPr lang="en-AU" sz="3452" b="1" dirty="0"/>
              <a:t>, Laura Jiménez Muñoz</a:t>
            </a:r>
            <a:r>
              <a:rPr lang="en-AU" sz="3452" b="1" baseline="30000" dirty="0"/>
              <a:t>3,4,5</a:t>
            </a:r>
            <a:r>
              <a:rPr lang="en-AU" sz="3452" b="1" dirty="0"/>
              <a:t>, Ezequiel Di Stasio</a:t>
            </a:r>
            <a:r>
              <a:rPr lang="en-AU" sz="3452" b="1" baseline="30000" dirty="0"/>
              <a:t>7</a:t>
            </a:r>
            <a:r>
              <a:rPr lang="en-AU" sz="3452" b="1" dirty="0"/>
              <a:t>, Carlos López de la Hoz</a:t>
            </a:r>
            <a:r>
              <a:rPr lang="en-AU" sz="3452" b="1" baseline="30000" dirty="0"/>
              <a:t>1</a:t>
            </a:r>
            <a:r>
              <a:rPr lang="en-AU" sz="3452" b="1" dirty="0"/>
              <a:t>, Raúl </a:t>
            </a:r>
            <a:r>
              <a:rPr lang="en-AU" sz="3452" b="1" dirty="0" err="1"/>
              <a:t>Somavilla</a:t>
            </a:r>
            <a:r>
              <a:rPr lang="en-AU" sz="3452" b="1" dirty="0"/>
              <a:t> Cabrero</a:t>
            </a:r>
            <a:r>
              <a:rPr lang="en-AU" sz="3452" b="1" baseline="30000" dirty="0"/>
              <a:t>1</a:t>
            </a:r>
            <a:r>
              <a:rPr lang="en-AU" sz="3452" b="1" dirty="0"/>
              <a:t>, Noelia Borge García</a:t>
            </a:r>
            <a:r>
              <a:rPr lang="en-AU" sz="3452" b="1" baseline="30000" dirty="0"/>
              <a:t>1</a:t>
            </a:r>
            <a:r>
              <a:rPr lang="en-AU" sz="3452" b="1" dirty="0"/>
              <a:t>, Rebeca Jiménez</a:t>
            </a:r>
            <a:r>
              <a:rPr lang="en-AU" sz="3452" b="1" baseline="30000" dirty="0"/>
              <a:t>8</a:t>
            </a:r>
            <a:r>
              <a:rPr lang="en-AU" sz="3452" b="1" dirty="0"/>
              <a:t>, Marta Bermejo Bermejo</a:t>
            </a:r>
            <a:r>
              <a:rPr lang="en-AU" sz="3452" b="1" baseline="30000" dirty="0"/>
              <a:t>8</a:t>
            </a:r>
            <a:r>
              <a:rPr lang="en-AU" sz="3452" b="1" dirty="0"/>
              <a:t>, Janice Fullerton</a:t>
            </a:r>
            <a:r>
              <a:rPr lang="en-AU" sz="3452" b="1" baseline="30000" dirty="0"/>
              <a:t>9,10</a:t>
            </a:r>
            <a:r>
              <a:rPr lang="en-AU" sz="3452" b="1" dirty="0"/>
              <a:t>, Enrique Baca García</a:t>
            </a:r>
            <a:r>
              <a:rPr lang="en-AU" sz="3452" b="1" baseline="30000" dirty="0"/>
              <a:t>3,4,5,6,7,11,12,13</a:t>
            </a:r>
            <a:r>
              <a:rPr lang="en-AU" sz="3452" b="1" dirty="0"/>
              <a:t>, Silvia Paracchini</a:t>
            </a:r>
            <a:r>
              <a:rPr lang="en-AU" sz="3452" b="1" baseline="30000" dirty="0"/>
              <a:t>14</a:t>
            </a:r>
            <a:r>
              <a:rPr lang="en-AU" sz="3452" b="1" dirty="0"/>
              <a:t>, Claudio Toma</a:t>
            </a:r>
            <a:r>
              <a:rPr lang="en-AU" sz="3452" b="1" baseline="30000" dirty="0"/>
              <a:t>1,15</a:t>
            </a:r>
            <a:endParaRPr lang="en-GB" sz="3452" b="1" baseline="30000" dirty="0"/>
          </a:p>
        </p:txBody>
      </p:sp>
      <p:sp>
        <p:nvSpPr>
          <p:cNvPr id="54" name="CuadroTexto 53"/>
          <p:cNvSpPr txBox="1"/>
          <p:nvPr/>
        </p:nvSpPr>
        <p:spPr>
          <a:xfrm>
            <a:off x="2964471" y="333449"/>
            <a:ext cx="24386099" cy="2308324"/>
          </a:xfrm>
          <a:prstGeom prst="rect">
            <a:avLst/>
          </a:prstGeom>
          <a:noFill/>
        </p:spPr>
        <p:txBody>
          <a:bodyPr wrap="square" rtlCol="0">
            <a:spAutoFit/>
          </a:bodyPr>
          <a:lstStyle/>
          <a:p>
            <a:pPr algn="ctr"/>
            <a:r>
              <a:rPr lang="en-US" sz="7200" b="1" dirty="0">
                <a:cs typeface="Arial" panose="020B0604020202020204" pitchFamily="34" charset="0"/>
              </a:rPr>
              <a:t>Atypical handedness as a marker of altered brain lateralization: genetic and clinical study in bipolar disorder</a:t>
            </a:r>
            <a:endParaRPr lang="en-GB" sz="7200" dirty="0"/>
          </a:p>
        </p:txBody>
      </p:sp>
      <p:pic>
        <p:nvPicPr>
          <p:cNvPr id="31" name="Imagen 3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7333073" y="-391439"/>
            <a:ext cx="3052198" cy="3052198"/>
          </a:xfrm>
          <a:prstGeom prst="rect">
            <a:avLst/>
          </a:prstGeom>
        </p:spPr>
      </p:pic>
      <p:sp>
        <p:nvSpPr>
          <p:cNvPr id="27" name="Rectángulo redondeado 13"/>
          <p:cNvSpPr/>
          <p:nvPr/>
        </p:nvSpPr>
        <p:spPr>
          <a:xfrm>
            <a:off x="11585128" y="6655654"/>
            <a:ext cx="12149231" cy="7582278"/>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08000" algn="just"/>
            <a:endParaRPr lang="es-ES" sz="3200" b="1" dirty="0">
              <a:solidFill>
                <a:srgbClr val="FF0000"/>
              </a:solidFill>
            </a:endParaRPr>
          </a:p>
        </p:txBody>
      </p:sp>
      <p:sp>
        <p:nvSpPr>
          <p:cNvPr id="64" name="Rectángulo 63"/>
          <p:cNvSpPr/>
          <p:nvPr/>
        </p:nvSpPr>
        <p:spPr>
          <a:xfrm>
            <a:off x="28183715" y="11019658"/>
            <a:ext cx="280491" cy="17192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55" name="Grupo 54">
            <a:extLst>
              <a:ext uri="{FF2B5EF4-FFF2-40B4-BE49-F238E27FC236}">
                <a16:creationId xmlns:a16="http://schemas.microsoft.com/office/drawing/2014/main" id="{52029E2E-E3D3-C32E-2D87-6DE476E07ED4}"/>
              </a:ext>
            </a:extLst>
          </p:cNvPr>
          <p:cNvGrpSpPr/>
          <p:nvPr/>
        </p:nvGrpSpPr>
        <p:grpSpPr>
          <a:xfrm>
            <a:off x="794" y="39341462"/>
            <a:ext cx="11584334" cy="1698588"/>
            <a:chOff x="18690879" y="39194460"/>
            <a:chExt cx="11584334" cy="1698588"/>
          </a:xfrm>
        </p:grpSpPr>
        <p:pic>
          <p:nvPicPr>
            <p:cNvPr id="2" name="Imagen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690879" y="39368643"/>
              <a:ext cx="4005078" cy="1185851"/>
            </a:xfrm>
            <a:prstGeom prst="rect">
              <a:avLst/>
            </a:prstGeom>
          </p:spPr>
        </p:pic>
        <p:pic>
          <p:nvPicPr>
            <p:cNvPr id="100" name="Picture 2" descr="https://www.aei.gob.es/sites/default/files/inline-images/MICIU%2BCofinanciado%2BAEI.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3154637" y="39194460"/>
              <a:ext cx="6717359" cy="1267832"/>
            </a:xfrm>
            <a:prstGeom prst="rect">
              <a:avLst/>
            </a:prstGeom>
            <a:noFill/>
            <a:extLst>
              <a:ext uri="{909E8E84-426E-40DD-AFC4-6F175D3DCCD1}">
                <a14:hiddenFill xmlns:a14="http://schemas.microsoft.com/office/drawing/2010/main">
                  <a:solidFill>
                    <a:srgbClr val="FFFFFF"/>
                  </a:solidFill>
                </a14:hiddenFill>
              </a:ext>
            </a:extLst>
          </p:spPr>
        </p:pic>
        <p:sp>
          <p:nvSpPr>
            <p:cNvPr id="101" name="CuadroTexto 24">
              <a:extLst>
                <a:ext uri="{FF2B5EF4-FFF2-40B4-BE49-F238E27FC236}">
                  <a16:creationId xmlns:a16="http://schemas.microsoft.com/office/drawing/2014/main" id="{F00B72B7-D977-1C41-FC51-0358D59800FA}"/>
                </a:ext>
              </a:extLst>
            </p:cNvPr>
            <p:cNvSpPr txBox="1"/>
            <p:nvPr/>
          </p:nvSpPr>
          <p:spPr>
            <a:xfrm>
              <a:off x="23309222" y="40554494"/>
              <a:ext cx="6965991" cy="338554"/>
            </a:xfrm>
            <a:prstGeom prst="rect">
              <a:avLst/>
            </a:prstGeom>
            <a:noFill/>
          </p:spPr>
          <p:txBody>
            <a:bodyPr wrap="square" rtlCol="0">
              <a:spAutoFit/>
            </a:bodyPr>
            <a:lstStyle/>
            <a:p>
              <a:r>
                <a:rPr lang="es-ES" sz="1600" dirty="0">
                  <a:latin typeface="Times New Roman" panose="02020603050405020304" pitchFamily="18" charset="0"/>
                  <a:ea typeface="Calibri" panose="020F0502020204030204" pitchFamily="34" charset="0"/>
                </a:rPr>
                <a:t>Grants PID2020-114996RB-I00</a:t>
              </a:r>
              <a:r>
                <a:rPr lang="es-ES" sz="1600" dirty="0"/>
                <a:t>, </a:t>
              </a:r>
              <a:r>
                <a:rPr lang="es-ES" sz="1600" dirty="0">
                  <a:latin typeface="Times New Roman" panose="02020603050405020304" pitchFamily="18" charset="0"/>
                  <a:ea typeface="Calibri" panose="020F0502020204030204" pitchFamily="34" charset="0"/>
                </a:rPr>
                <a:t>CNS2022-135318, PID2023-149154OB-I00 </a:t>
              </a:r>
              <a:endParaRPr lang="es-ES" sz="1600" dirty="0"/>
            </a:p>
          </p:txBody>
        </p:sp>
      </p:grpSp>
      <p:grpSp>
        <p:nvGrpSpPr>
          <p:cNvPr id="46" name="Grupo 45">
            <a:extLst>
              <a:ext uri="{FF2B5EF4-FFF2-40B4-BE49-F238E27FC236}">
                <a16:creationId xmlns:a16="http://schemas.microsoft.com/office/drawing/2014/main" id="{6567E62F-E5C3-2F9A-5B9C-024F6DDBDB43}"/>
              </a:ext>
            </a:extLst>
          </p:cNvPr>
          <p:cNvGrpSpPr/>
          <p:nvPr/>
        </p:nvGrpSpPr>
        <p:grpSpPr>
          <a:xfrm>
            <a:off x="815411" y="16555606"/>
            <a:ext cx="8516696" cy="22465295"/>
            <a:chOff x="292056" y="13430366"/>
            <a:chExt cx="10088293" cy="20711819"/>
          </a:xfrm>
        </p:grpSpPr>
        <p:sp>
          <p:nvSpPr>
            <p:cNvPr id="43" name="Rectángulo: esquinas redondeadas 42">
              <a:extLst>
                <a:ext uri="{FF2B5EF4-FFF2-40B4-BE49-F238E27FC236}">
                  <a16:creationId xmlns:a16="http://schemas.microsoft.com/office/drawing/2014/main" id="{53F26A77-1AB6-AAF0-F93E-5293F1539F2C}"/>
                </a:ext>
              </a:extLst>
            </p:cNvPr>
            <p:cNvSpPr/>
            <p:nvPr/>
          </p:nvSpPr>
          <p:spPr>
            <a:xfrm>
              <a:off x="292056" y="13582663"/>
              <a:ext cx="896908" cy="1472823"/>
            </a:xfrm>
            <a:prstGeom prst="round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s-ES" sz="4800" dirty="0"/>
                <a:t>3</a:t>
              </a:r>
            </a:p>
            <a:p>
              <a:pPr algn="ctr"/>
              <a:endParaRPr lang="es-ES" sz="4800" dirty="0"/>
            </a:p>
          </p:txBody>
        </p:sp>
        <p:sp>
          <p:nvSpPr>
            <p:cNvPr id="40" name="Rectángulo: esquinas redondeadas 39">
              <a:extLst>
                <a:ext uri="{FF2B5EF4-FFF2-40B4-BE49-F238E27FC236}">
                  <a16:creationId xmlns:a16="http://schemas.microsoft.com/office/drawing/2014/main" id="{E3E8E4C0-62DF-6374-B95E-2899278ACF20}"/>
                </a:ext>
              </a:extLst>
            </p:cNvPr>
            <p:cNvSpPr/>
            <p:nvPr/>
          </p:nvSpPr>
          <p:spPr>
            <a:xfrm>
              <a:off x="292056" y="14315580"/>
              <a:ext cx="10088293" cy="19826605"/>
            </a:xfrm>
            <a:prstGeom prst="roundRect">
              <a:avLst>
                <a:gd name="adj" fmla="val 4612"/>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s-ES" sz="3200" b="1" dirty="0">
                <a:solidFill>
                  <a:schemeClr val="tx1"/>
                </a:solidFill>
              </a:endParaRPr>
            </a:p>
          </p:txBody>
        </p:sp>
        <p:sp>
          <p:nvSpPr>
            <p:cNvPr id="68" name="Rectángulo redondeado 67"/>
            <p:cNvSpPr/>
            <p:nvPr/>
          </p:nvSpPr>
          <p:spPr>
            <a:xfrm>
              <a:off x="1215880" y="13430366"/>
              <a:ext cx="4791313" cy="1026843"/>
            </a:xfrm>
            <a:prstGeom prst="roundRect">
              <a:avLst>
                <a:gd name="adj" fmla="val 9051"/>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AU" sz="6000" b="1" dirty="0">
                  <a:solidFill>
                    <a:schemeClr val="tx1"/>
                  </a:solidFill>
                </a:rPr>
                <a:t>Prevalence</a:t>
              </a:r>
              <a:endParaRPr lang="es-ES" sz="6000" b="1" dirty="0">
                <a:solidFill>
                  <a:schemeClr val="tx1"/>
                </a:solidFill>
              </a:endParaRPr>
            </a:p>
          </p:txBody>
        </p:sp>
      </p:grpSp>
      <p:pic>
        <p:nvPicPr>
          <p:cNvPr id="11" name="Imagen 10" descr="University of St Andrews | News | The British School in the Netherlands">
            <a:extLst>
              <a:ext uri="{FF2B5EF4-FFF2-40B4-BE49-F238E27FC236}">
                <a16:creationId xmlns:a16="http://schemas.microsoft.com/office/drawing/2014/main" id="{CDDE1253-ABE4-F006-186D-6FCEBA89A412}"/>
              </a:ext>
            </a:extLst>
          </p:cNvPr>
          <p:cNvPicPr>
            <a:picLocks noChangeAspect="1"/>
          </p:cNvPicPr>
          <p:nvPr/>
        </p:nvPicPr>
        <p:blipFill>
          <a:blip r:embed="rId7"/>
          <a:stretch>
            <a:fillRect/>
          </a:stretch>
        </p:blipFill>
        <p:spPr>
          <a:xfrm>
            <a:off x="0" y="51268"/>
            <a:ext cx="1924334" cy="2580212"/>
          </a:xfrm>
          <a:prstGeom prst="rect">
            <a:avLst/>
          </a:prstGeom>
        </p:spPr>
      </p:pic>
      <p:grpSp>
        <p:nvGrpSpPr>
          <p:cNvPr id="15" name="Grupo 14">
            <a:extLst>
              <a:ext uri="{FF2B5EF4-FFF2-40B4-BE49-F238E27FC236}">
                <a16:creationId xmlns:a16="http://schemas.microsoft.com/office/drawing/2014/main" id="{785F6155-7CE7-3657-1800-79253842189D}"/>
              </a:ext>
            </a:extLst>
          </p:cNvPr>
          <p:cNvGrpSpPr/>
          <p:nvPr/>
        </p:nvGrpSpPr>
        <p:grpSpPr>
          <a:xfrm>
            <a:off x="265142" y="6472931"/>
            <a:ext cx="9760770" cy="5505649"/>
            <a:chOff x="265142" y="6472931"/>
            <a:chExt cx="9760770" cy="5505649"/>
          </a:xfrm>
        </p:grpSpPr>
        <p:sp>
          <p:nvSpPr>
            <p:cNvPr id="9" name="TextBox 8"/>
            <p:cNvSpPr txBox="1"/>
            <p:nvPr/>
          </p:nvSpPr>
          <p:spPr>
            <a:xfrm>
              <a:off x="1096994" y="6472931"/>
              <a:ext cx="4354571" cy="1052812"/>
            </a:xfrm>
            <a:prstGeom prst="rect">
              <a:avLst/>
            </a:prstGeom>
            <a:noFill/>
          </p:spPr>
          <p:txBody>
            <a:bodyPr wrap="square" rtlCol="0">
              <a:spAutoFit/>
            </a:bodyPr>
            <a:lstStyle/>
            <a:p>
              <a:pPr algn="ctr"/>
              <a:r>
                <a:rPr lang="es-ES" sz="6000" b="1" dirty="0"/>
                <a:t>Introduction</a:t>
              </a:r>
            </a:p>
          </p:txBody>
        </p:sp>
        <p:grpSp>
          <p:nvGrpSpPr>
            <p:cNvPr id="14" name="Grupo 13">
              <a:extLst>
                <a:ext uri="{FF2B5EF4-FFF2-40B4-BE49-F238E27FC236}">
                  <a16:creationId xmlns:a16="http://schemas.microsoft.com/office/drawing/2014/main" id="{FD505839-A154-A3C0-D3D6-BA87843261C9}"/>
                </a:ext>
              </a:extLst>
            </p:cNvPr>
            <p:cNvGrpSpPr/>
            <p:nvPr/>
          </p:nvGrpSpPr>
          <p:grpSpPr>
            <a:xfrm>
              <a:off x="265142" y="6593006"/>
              <a:ext cx="9760770" cy="5385574"/>
              <a:chOff x="265142" y="6593006"/>
              <a:chExt cx="9760770" cy="5385574"/>
            </a:xfrm>
          </p:grpSpPr>
          <p:sp>
            <p:nvSpPr>
              <p:cNvPr id="23" name="Rectángulo: esquinas redondeadas 22">
                <a:extLst>
                  <a:ext uri="{FF2B5EF4-FFF2-40B4-BE49-F238E27FC236}">
                    <a16:creationId xmlns:a16="http://schemas.microsoft.com/office/drawing/2014/main" id="{22109D34-168E-B844-C3DF-AA078CBF5219}"/>
                  </a:ext>
                </a:extLst>
              </p:cNvPr>
              <p:cNvSpPr/>
              <p:nvPr/>
            </p:nvSpPr>
            <p:spPr>
              <a:xfrm>
                <a:off x="265142" y="6593006"/>
                <a:ext cx="896908" cy="1472823"/>
              </a:xfrm>
              <a:prstGeom prst="roundRect">
                <a:avLst/>
              </a:prstGeom>
              <a:solidFill>
                <a:srgbClr val="5B50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4000" b="1" dirty="0">
                    <a:solidFill>
                      <a:schemeClr val="bg1"/>
                    </a:solidFill>
                  </a:rPr>
                  <a:t>1</a:t>
                </a:r>
              </a:p>
              <a:p>
                <a:pPr algn="ctr"/>
                <a:endParaRPr lang="es-ES" sz="4000" b="1" dirty="0">
                  <a:solidFill>
                    <a:schemeClr val="bg1"/>
                  </a:solidFill>
                </a:endParaRPr>
              </a:p>
            </p:txBody>
          </p:sp>
          <p:sp>
            <p:nvSpPr>
              <p:cNvPr id="6" name="Rectángulo: esquinas redondeadas 5">
                <a:extLst>
                  <a:ext uri="{FF2B5EF4-FFF2-40B4-BE49-F238E27FC236}">
                    <a16:creationId xmlns:a16="http://schemas.microsoft.com/office/drawing/2014/main" id="{E9ED02BB-AC25-5BA6-4EE0-B172D86895A5}"/>
                  </a:ext>
                </a:extLst>
              </p:cNvPr>
              <p:cNvSpPr/>
              <p:nvPr/>
            </p:nvSpPr>
            <p:spPr>
              <a:xfrm>
                <a:off x="265142" y="7356424"/>
                <a:ext cx="9760770" cy="4622156"/>
              </a:xfrm>
              <a:prstGeom prst="roundRect">
                <a:avLst>
                  <a:gd name="adj" fmla="val 8493"/>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3200" b="1" dirty="0">
                    <a:solidFill>
                      <a:schemeClr val="tx1"/>
                    </a:solidFill>
                  </a:rPr>
                  <a:t>Handedness is associated with brain asymmetries. The prevalence of non-right-handedness (NRH) is estimated at 18% in the general population. NRH has been reported at higher rates in psychiatric conditions like schizophrenia (SCZ), in concordance with altered patterns of brain asymmetries. Studies of NRH in bipolar disorder (BD) are limited, and frequently rely on small cohorts or lack of deep phenotypic data.</a:t>
                </a:r>
                <a:endParaRPr lang="en-GB" sz="3200" b="1" dirty="0">
                  <a:solidFill>
                    <a:schemeClr val="tx1"/>
                  </a:solidFill>
                </a:endParaRPr>
              </a:p>
            </p:txBody>
          </p:sp>
        </p:grpSp>
      </p:grpSp>
      <p:sp>
        <p:nvSpPr>
          <p:cNvPr id="19" name="TextBox 8">
            <a:extLst>
              <a:ext uri="{FF2B5EF4-FFF2-40B4-BE49-F238E27FC236}">
                <a16:creationId xmlns:a16="http://schemas.microsoft.com/office/drawing/2014/main" id="{E2342B71-CD89-7826-B374-6DCEC73D042F}"/>
              </a:ext>
            </a:extLst>
          </p:cNvPr>
          <p:cNvSpPr txBox="1"/>
          <p:nvPr/>
        </p:nvSpPr>
        <p:spPr>
          <a:xfrm>
            <a:off x="17465426" y="6302880"/>
            <a:ext cx="4354571" cy="1052812"/>
          </a:xfrm>
          <a:prstGeom prst="rect">
            <a:avLst/>
          </a:prstGeom>
          <a:noFill/>
        </p:spPr>
        <p:txBody>
          <a:bodyPr wrap="square" rtlCol="0">
            <a:spAutoFit/>
          </a:bodyPr>
          <a:lstStyle/>
          <a:p>
            <a:pPr algn="ctr"/>
            <a:r>
              <a:rPr lang="es-ES" sz="6000" b="1" dirty="0"/>
              <a:t>Objectives</a:t>
            </a:r>
          </a:p>
        </p:txBody>
      </p:sp>
      <p:sp>
        <p:nvSpPr>
          <p:cNvPr id="22" name="Rectángulo: esquinas redondeadas 21">
            <a:extLst>
              <a:ext uri="{FF2B5EF4-FFF2-40B4-BE49-F238E27FC236}">
                <a16:creationId xmlns:a16="http://schemas.microsoft.com/office/drawing/2014/main" id="{93A888F0-79C4-7F27-A9D2-4ED3C245096E}"/>
              </a:ext>
            </a:extLst>
          </p:cNvPr>
          <p:cNvSpPr/>
          <p:nvPr/>
        </p:nvSpPr>
        <p:spPr>
          <a:xfrm>
            <a:off x="10264219" y="7333338"/>
            <a:ext cx="19745852" cy="1194236"/>
          </a:xfrm>
          <a:prstGeom prst="roundRect">
            <a:avLst>
              <a:gd name="adj" fmla="val 8493"/>
            </a:avLst>
          </a:prstGeom>
          <a:solidFill>
            <a:srgbClr val="5B50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dirty="0">
                <a:solidFill>
                  <a:schemeClr val="bg1"/>
                </a:solidFill>
              </a:rPr>
              <a:t>Estimate the prevalence of NRH in BD, and across subtypes and clinical features</a:t>
            </a:r>
            <a:endParaRPr lang="en-GB" sz="4000" b="1" dirty="0">
              <a:solidFill>
                <a:schemeClr val="bg1"/>
              </a:solidFill>
            </a:endParaRPr>
          </a:p>
        </p:txBody>
      </p:sp>
      <p:sp>
        <p:nvSpPr>
          <p:cNvPr id="24" name="Rectángulo: esquinas redondeadas 23">
            <a:extLst>
              <a:ext uri="{FF2B5EF4-FFF2-40B4-BE49-F238E27FC236}">
                <a16:creationId xmlns:a16="http://schemas.microsoft.com/office/drawing/2014/main" id="{09BBF1FC-D934-7A90-833D-AD2D14B2F2E7}"/>
              </a:ext>
            </a:extLst>
          </p:cNvPr>
          <p:cNvSpPr/>
          <p:nvPr/>
        </p:nvSpPr>
        <p:spPr>
          <a:xfrm>
            <a:off x="10277571" y="8590637"/>
            <a:ext cx="19745852" cy="1597948"/>
          </a:xfrm>
          <a:prstGeom prst="roundRect">
            <a:avLst>
              <a:gd name="adj" fmla="val 8493"/>
            </a:avLst>
          </a:prstGeom>
          <a:solidFill>
            <a:srgbClr val="5B50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dirty="0">
                <a:solidFill>
                  <a:schemeClr val="bg1"/>
                </a:solidFill>
              </a:rPr>
              <a:t>Evaluate polygenic score (PGS) for handedness, schizophrenia and BD across diagnostics and handedness groups</a:t>
            </a:r>
            <a:endParaRPr lang="en-GB" sz="4000" b="1" dirty="0">
              <a:solidFill>
                <a:schemeClr val="bg1"/>
              </a:solidFill>
            </a:endParaRPr>
          </a:p>
        </p:txBody>
      </p:sp>
      <p:sp>
        <p:nvSpPr>
          <p:cNvPr id="26" name="Rectángulo: esquinas redondeadas 25">
            <a:extLst>
              <a:ext uri="{FF2B5EF4-FFF2-40B4-BE49-F238E27FC236}">
                <a16:creationId xmlns:a16="http://schemas.microsoft.com/office/drawing/2014/main" id="{871B2E91-2884-F928-0C4D-88A057F2E0BE}"/>
              </a:ext>
            </a:extLst>
          </p:cNvPr>
          <p:cNvSpPr/>
          <p:nvPr/>
        </p:nvSpPr>
        <p:spPr>
          <a:xfrm>
            <a:off x="10264219" y="10291102"/>
            <a:ext cx="19759204" cy="1614858"/>
          </a:xfrm>
          <a:prstGeom prst="roundRect">
            <a:avLst>
              <a:gd name="adj" fmla="val 8493"/>
            </a:avLst>
          </a:prstGeom>
          <a:solidFill>
            <a:srgbClr val="5B50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dirty="0">
                <a:solidFill>
                  <a:schemeClr val="bg1"/>
                </a:solidFill>
              </a:rPr>
              <a:t>Identify differential gene expression associated with handedness in brain-imputed transcriptomic data</a:t>
            </a:r>
            <a:endParaRPr lang="en-GB" sz="4000" b="1" dirty="0">
              <a:solidFill>
                <a:schemeClr val="bg1"/>
              </a:solidFill>
            </a:endParaRPr>
          </a:p>
        </p:txBody>
      </p:sp>
      <p:grpSp>
        <p:nvGrpSpPr>
          <p:cNvPr id="28" name="Grupo 27">
            <a:extLst>
              <a:ext uri="{FF2B5EF4-FFF2-40B4-BE49-F238E27FC236}">
                <a16:creationId xmlns:a16="http://schemas.microsoft.com/office/drawing/2014/main" id="{18783525-DE29-3C00-7771-779814112268}"/>
              </a:ext>
            </a:extLst>
          </p:cNvPr>
          <p:cNvGrpSpPr/>
          <p:nvPr/>
        </p:nvGrpSpPr>
        <p:grpSpPr>
          <a:xfrm>
            <a:off x="9593229" y="18254906"/>
            <a:ext cx="10088293" cy="10798517"/>
            <a:chOff x="292056" y="13430366"/>
            <a:chExt cx="10088293" cy="10798517"/>
          </a:xfrm>
        </p:grpSpPr>
        <p:sp>
          <p:nvSpPr>
            <p:cNvPr id="33" name="Rectángulo: esquinas redondeadas 32">
              <a:extLst>
                <a:ext uri="{FF2B5EF4-FFF2-40B4-BE49-F238E27FC236}">
                  <a16:creationId xmlns:a16="http://schemas.microsoft.com/office/drawing/2014/main" id="{335BD275-7504-0F80-EB10-44D19AD820B1}"/>
                </a:ext>
              </a:extLst>
            </p:cNvPr>
            <p:cNvSpPr/>
            <p:nvPr/>
          </p:nvSpPr>
          <p:spPr>
            <a:xfrm>
              <a:off x="292056" y="13582663"/>
              <a:ext cx="896908" cy="1472823"/>
            </a:xfrm>
            <a:prstGeom prst="round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s-ES" sz="4800" dirty="0"/>
                <a:t>3</a:t>
              </a:r>
            </a:p>
            <a:p>
              <a:pPr algn="ctr"/>
              <a:endParaRPr lang="es-ES" sz="4800" dirty="0"/>
            </a:p>
          </p:txBody>
        </p:sp>
        <p:sp>
          <p:nvSpPr>
            <p:cNvPr id="35" name="Rectángulo: esquinas redondeadas 34">
              <a:extLst>
                <a:ext uri="{FF2B5EF4-FFF2-40B4-BE49-F238E27FC236}">
                  <a16:creationId xmlns:a16="http://schemas.microsoft.com/office/drawing/2014/main" id="{BA1FB041-8FAC-E598-C753-A88E3B13F70B}"/>
                </a:ext>
              </a:extLst>
            </p:cNvPr>
            <p:cNvSpPr/>
            <p:nvPr/>
          </p:nvSpPr>
          <p:spPr>
            <a:xfrm>
              <a:off x="292056" y="14315581"/>
              <a:ext cx="10088293" cy="9913302"/>
            </a:xfrm>
            <a:prstGeom prst="roundRect">
              <a:avLst>
                <a:gd name="adj" fmla="val 4612"/>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s-ES" sz="3200" b="1" dirty="0">
                <a:solidFill>
                  <a:schemeClr val="tx1"/>
                </a:solidFill>
              </a:endParaRPr>
            </a:p>
          </p:txBody>
        </p:sp>
        <p:sp>
          <p:nvSpPr>
            <p:cNvPr id="36" name="Rectángulo redondeado 67">
              <a:extLst>
                <a:ext uri="{FF2B5EF4-FFF2-40B4-BE49-F238E27FC236}">
                  <a16:creationId xmlns:a16="http://schemas.microsoft.com/office/drawing/2014/main" id="{E06680A0-C1BE-EF2D-4876-2FE4E2C4E7D6}"/>
                </a:ext>
              </a:extLst>
            </p:cNvPr>
            <p:cNvSpPr/>
            <p:nvPr/>
          </p:nvSpPr>
          <p:spPr>
            <a:xfrm>
              <a:off x="1215880" y="13430366"/>
              <a:ext cx="7482189" cy="980337"/>
            </a:xfrm>
            <a:prstGeom prst="roundRect">
              <a:avLst>
                <a:gd name="adj" fmla="val 9051"/>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AU" sz="6000" b="1" dirty="0">
                  <a:solidFill>
                    <a:schemeClr val="tx1"/>
                  </a:solidFill>
                </a:rPr>
                <a:t>Polygenic Scores</a:t>
              </a:r>
              <a:endParaRPr lang="es-ES" sz="6000" b="1" dirty="0">
                <a:solidFill>
                  <a:schemeClr val="tx1"/>
                </a:solidFill>
              </a:endParaRPr>
            </a:p>
          </p:txBody>
        </p:sp>
      </p:grpSp>
      <p:grpSp>
        <p:nvGrpSpPr>
          <p:cNvPr id="39" name="Grupo 38">
            <a:extLst>
              <a:ext uri="{FF2B5EF4-FFF2-40B4-BE49-F238E27FC236}">
                <a16:creationId xmlns:a16="http://schemas.microsoft.com/office/drawing/2014/main" id="{A0C13105-1440-F4C9-6D94-987BA6EBB88E}"/>
              </a:ext>
            </a:extLst>
          </p:cNvPr>
          <p:cNvGrpSpPr/>
          <p:nvPr/>
        </p:nvGrpSpPr>
        <p:grpSpPr>
          <a:xfrm>
            <a:off x="19942644" y="18560386"/>
            <a:ext cx="10088293" cy="10493036"/>
            <a:chOff x="292056" y="13430366"/>
            <a:chExt cx="10088293" cy="20711819"/>
          </a:xfrm>
        </p:grpSpPr>
        <p:sp>
          <p:nvSpPr>
            <p:cNvPr id="41" name="Rectángulo: esquinas redondeadas 40">
              <a:extLst>
                <a:ext uri="{FF2B5EF4-FFF2-40B4-BE49-F238E27FC236}">
                  <a16:creationId xmlns:a16="http://schemas.microsoft.com/office/drawing/2014/main" id="{8ED22D14-9333-03A3-4C79-0EFDB6D2DC44}"/>
                </a:ext>
              </a:extLst>
            </p:cNvPr>
            <p:cNvSpPr/>
            <p:nvPr/>
          </p:nvSpPr>
          <p:spPr>
            <a:xfrm>
              <a:off x="292056" y="13582663"/>
              <a:ext cx="896908" cy="1472823"/>
            </a:xfrm>
            <a:prstGeom prst="round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s-ES" sz="4800" dirty="0"/>
                <a:t>3</a:t>
              </a:r>
            </a:p>
            <a:p>
              <a:pPr algn="ctr"/>
              <a:endParaRPr lang="es-ES" sz="4800" dirty="0"/>
            </a:p>
          </p:txBody>
        </p:sp>
        <p:sp>
          <p:nvSpPr>
            <p:cNvPr id="44" name="Rectángulo: esquinas redondeadas 43">
              <a:extLst>
                <a:ext uri="{FF2B5EF4-FFF2-40B4-BE49-F238E27FC236}">
                  <a16:creationId xmlns:a16="http://schemas.microsoft.com/office/drawing/2014/main" id="{9C99D5E6-707F-2D18-9003-8EBAD051A3A7}"/>
                </a:ext>
              </a:extLst>
            </p:cNvPr>
            <p:cNvSpPr/>
            <p:nvPr/>
          </p:nvSpPr>
          <p:spPr>
            <a:xfrm>
              <a:off x="292056" y="15219223"/>
              <a:ext cx="10088293" cy="18922962"/>
            </a:xfrm>
            <a:prstGeom prst="roundRect">
              <a:avLst>
                <a:gd name="adj" fmla="val 4612"/>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s-ES" sz="3200" b="1" dirty="0">
                <a:solidFill>
                  <a:schemeClr val="tx1"/>
                </a:solidFill>
              </a:endParaRPr>
            </a:p>
          </p:txBody>
        </p:sp>
        <p:sp>
          <p:nvSpPr>
            <p:cNvPr id="48" name="Rectángulo redondeado 67">
              <a:extLst>
                <a:ext uri="{FF2B5EF4-FFF2-40B4-BE49-F238E27FC236}">
                  <a16:creationId xmlns:a16="http://schemas.microsoft.com/office/drawing/2014/main" id="{DD71D29C-E5CA-22BE-953B-654A34EB9B4F}"/>
                </a:ext>
              </a:extLst>
            </p:cNvPr>
            <p:cNvSpPr/>
            <p:nvPr/>
          </p:nvSpPr>
          <p:spPr>
            <a:xfrm>
              <a:off x="1215880" y="13430366"/>
              <a:ext cx="7482189" cy="1251252"/>
            </a:xfrm>
            <a:prstGeom prst="roundRect">
              <a:avLst>
                <a:gd name="adj" fmla="val 9051"/>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AU" sz="6000" b="1" dirty="0">
                  <a:solidFill>
                    <a:schemeClr val="tx1"/>
                  </a:solidFill>
                </a:rPr>
                <a:t>Brain expression</a:t>
              </a:r>
              <a:endParaRPr lang="es-ES" sz="6000" b="1" dirty="0">
                <a:solidFill>
                  <a:schemeClr val="tx1"/>
                </a:solidFill>
              </a:endParaRPr>
            </a:p>
          </p:txBody>
        </p:sp>
      </p:grpSp>
      <p:grpSp>
        <p:nvGrpSpPr>
          <p:cNvPr id="49" name="Grupo 48">
            <a:extLst>
              <a:ext uri="{FF2B5EF4-FFF2-40B4-BE49-F238E27FC236}">
                <a16:creationId xmlns:a16="http://schemas.microsoft.com/office/drawing/2014/main" id="{652D36EF-77DF-8A87-B00F-5D0A5D162507}"/>
              </a:ext>
            </a:extLst>
          </p:cNvPr>
          <p:cNvGrpSpPr/>
          <p:nvPr/>
        </p:nvGrpSpPr>
        <p:grpSpPr>
          <a:xfrm>
            <a:off x="10264219" y="29938637"/>
            <a:ext cx="19745852" cy="8494957"/>
            <a:chOff x="292056" y="13430366"/>
            <a:chExt cx="10088293" cy="20711819"/>
          </a:xfrm>
        </p:grpSpPr>
        <p:sp>
          <p:nvSpPr>
            <p:cNvPr id="50" name="Rectángulo: esquinas redondeadas 49">
              <a:extLst>
                <a:ext uri="{FF2B5EF4-FFF2-40B4-BE49-F238E27FC236}">
                  <a16:creationId xmlns:a16="http://schemas.microsoft.com/office/drawing/2014/main" id="{11869351-4BBA-26AE-1608-50D3D9D5678C}"/>
                </a:ext>
              </a:extLst>
            </p:cNvPr>
            <p:cNvSpPr/>
            <p:nvPr/>
          </p:nvSpPr>
          <p:spPr>
            <a:xfrm>
              <a:off x="292056" y="13582663"/>
              <a:ext cx="896908" cy="1472823"/>
            </a:xfrm>
            <a:prstGeom prst="round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s-ES" sz="4800" dirty="0"/>
                <a:t>3</a:t>
              </a:r>
            </a:p>
            <a:p>
              <a:pPr algn="ctr"/>
              <a:endParaRPr lang="es-ES" sz="4800" dirty="0"/>
            </a:p>
          </p:txBody>
        </p:sp>
        <p:sp>
          <p:nvSpPr>
            <p:cNvPr id="51" name="Rectángulo: esquinas redondeadas 50">
              <a:extLst>
                <a:ext uri="{FF2B5EF4-FFF2-40B4-BE49-F238E27FC236}">
                  <a16:creationId xmlns:a16="http://schemas.microsoft.com/office/drawing/2014/main" id="{7DE03996-4526-B509-2D71-BBDA37C76624}"/>
                </a:ext>
              </a:extLst>
            </p:cNvPr>
            <p:cNvSpPr/>
            <p:nvPr/>
          </p:nvSpPr>
          <p:spPr>
            <a:xfrm>
              <a:off x="292056" y="15219223"/>
              <a:ext cx="10088293" cy="18922962"/>
            </a:xfrm>
            <a:prstGeom prst="roundRect">
              <a:avLst>
                <a:gd name="adj" fmla="val 4612"/>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s-ES" sz="3200" b="1" dirty="0">
                <a:solidFill>
                  <a:schemeClr val="tx1"/>
                </a:solidFill>
              </a:endParaRPr>
            </a:p>
          </p:txBody>
        </p:sp>
        <p:sp>
          <p:nvSpPr>
            <p:cNvPr id="52" name="Rectángulo redondeado 67">
              <a:extLst>
                <a:ext uri="{FF2B5EF4-FFF2-40B4-BE49-F238E27FC236}">
                  <a16:creationId xmlns:a16="http://schemas.microsoft.com/office/drawing/2014/main" id="{CE06F1C5-BE8E-274F-53B8-E001D56198B7}"/>
                </a:ext>
              </a:extLst>
            </p:cNvPr>
            <p:cNvSpPr/>
            <p:nvPr/>
          </p:nvSpPr>
          <p:spPr>
            <a:xfrm>
              <a:off x="1215880" y="13430366"/>
              <a:ext cx="4791313" cy="1026843"/>
            </a:xfrm>
            <a:prstGeom prst="roundRect">
              <a:avLst>
                <a:gd name="adj" fmla="val 9051"/>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AU" sz="6000" b="1" dirty="0">
                  <a:solidFill>
                    <a:schemeClr val="tx1"/>
                  </a:solidFill>
                </a:rPr>
                <a:t>Discussion</a:t>
              </a:r>
              <a:endParaRPr lang="es-ES" sz="6000" b="1" dirty="0">
                <a:solidFill>
                  <a:schemeClr val="tx1"/>
                </a:solidFill>
              </a:endParaRPr>
            </a:p>
          </p:txBody>
        </p:sp>
      </p:grpSp>
      <p:grpSp>
        <p:nvGrpSpPr>
          <p:cNvPr id="12" name="Grupo 11">
            <a:extLst>
              <a:ext uri="{FF2B5EF4-FFF2-40B4-BE49-F238E27FC236}">
                <a16:creationId xmlns:a16="http://schemas.microsoft.com/office/drawing/2014/main" id="{60C8E124-CB6A-8340-7D87-EA2348635AB7}"/>
              </a:ext>
            </a:extLst>
          </p:cNvPr>
          <p:cNvGrpSpPr/>
          <p:nvPr/>
        </p:nvGrpSpPr>
        <p:grpSpPr>
          <a:xfrm>
            <a:off x="265142" y="12178322"/>
            <a:ext cx="12117358" cy="4147098"/>
            <a:chOff x="5842125" y="12299140"/>
            <a:chExt cx="12117358" cy="4147098"/>
          </a:xfrm>
        </p:grpSpPr>
        <p:sp>
          <p:nvSpPr>
            <p:cNvPr id="25" name="Rectángulo: esquinas redondeadas 24">
              <a:extLst>
                <a:ext uri="{FF2B5EF4-FFF2-40B4-BE49-F238E27FC236}">
                  <a16:creationId xmlns:a16="http://schemas.microsoft.com/office/drawing/2014/main" id="{B0189614-AEC5-EA18-8F2D-A4C983647096}"/>
                </a:ext>
              </a:extLst>
            </p:cNvPr>
            <p:cNvSpPr/>
            <p:nvPr/>
          </p:nvSpPr>
          <p:spPr>
            <a:xfrm>
              <a:off x="5842125" y="12359371"/>
              <a:ext cx="948548" cy="1471398"/>
            </a:xfrm>
            <a:prstGeom prst="roundRect">
              <a:avLst/>
            </a:prstGeom>
            <a:solidFill>
              <a:srgbClr val="5B50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4000" b="1" dirty="0">
                  <a:solidFill>
                    <a:schemeClr val="bg1"/>
                  </a:solidFill>
                </a:rPr>
                <a:t>2</a:t>
              </a:r>
            </a:p>
            <a:p>
              <a:pPr algn="ctr"/>
              <a:endParaRPr lang="es-ES" sz="4000" b="1" dirty="0">
                <a:solidFill>
                  <a:schemeClr val="bg1"/>
                </a:solidFill>
              </a:endParaRPr>
            </a:p>
          </p:txBody>
        </p:sp>
        <p:sp>
          <p:nvSpPr>
            <p:cNvPr id="10" name="Rectángulo: esquinas redondeadas 9">
              <a:extLst>
                <a:ext uri="{FF2B5EF4-FFF2-40B4-BE49-F238E27FC236}">
                  <a16:creationId xmlns:a16="http://schemas.microsoft.com/office/drawing/2014/main" id="{27669767-78E4-373F-763D-0B76368F251D}"/>
                </a:ext>
              </a:extLst>
            </p:cNvPr>
            <p:cNvSpPr/>
            <p:nvPr/>
          </p:nvSpPr>
          <p:spPr>
            <a:xfrm>
              <a:off x="5842125" y="13215828"/>
              <a:ext cx="12117358" cy="3230410"/>
            </a:xfrm>
            <a:prstGeom prst="roundRect">
              <a:avLst>
                <a:gd name="adj" fmla="val 9766"/>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numCol="1" spcCol="360000" rtlCol="0" anchor="ctr"/>
            <a:lstStyle/>
            <a:p>
              <a:pPr algn="just"/>
              <a:r>
                <a:rPr lang="en-US" sz="3200" b="1" dirty="0">
                  <a:solidFill>
                    <a:schemeClr val="tx1"/>
                  </a:solidFill>
                </a:rPr>
                <a:t>The </a:t>
              </a:r>
              <a:r>
                <a:rPr lang="en-US" sz="3200" b="1" dirty="0" err="1">
                  <a:solidFill>
                    <a:schemeClr val="tx1"/>
                  </a:solidFill>
                </a:rPr>
                <a:t>MadManic</a:t>
              </a:r>
              <a:r>
                <a:rPr lang="en-US" sz="3200" b="1" dirty="0">
                  <a:solidFill>
                    <a:schemeClr val="tx1"/>
                  </a:solidFill>
                </a:rPr>
                <a:t> cohort was used to select individuals with Edinburgh Handedness Inventory (EHI) (Fig.1). Threshold for NRH was set on 60 on the lateralization quotient (LQ). Polygenic score (PGS) was computed in 1,126 individuals over BD GWAS (N = 840,309) and handedness GWAS (N = 1,766,671). </a:t>
              </a:r>
              <a:r>
                <a:rPr lang="en-US" sz="3200" b="1" dirty="0" err="1">
                  <a:solidFill>
                    <a:schemeClr val="tx1"/>
                  </a:solidFill>
                </a:rPr>
                <a:t>BrainGenie</a:t>
              </a:r>
              <a:r>
                <a:rPr lang="en-US" sz="3200" b="1" dirty="0">
                  <a:solidFill>
                    <a:schemeClr val="tx1"/>
                  </a:solidFill>
                </a:rPr>
                <a:t> was used to impute brain expression from blood </a:t>
              </a:r>
              <a:r>
                <a:rPr lang="en-US" sz="3200" b="1" dirty="0" err="1">
                  <a:solidFill>
                    <a:schemeClr val="tx1"/>
                  </a:solidFill>
                </a:rPr>
                <a:t>RNAseq</a:t>
              </a:r>
              <a:r>
                <a:rPr lang="en-US" sz="3200" b="1" dirty="0">
                  <a:solidFill>
                    <a:schemeClr val="tx1"/>
                  </a:solidFill>
                </a:rPr>
                <a:t> data of 630 individuals.</a:t>
              </a:r>
              <a:endParaRPr lang="es-ES" sz="3200" b="1" dirty="0">
                <a:solidFill>
                  <a:schemeClr val="tx1"/>
                </a:solidFill>
              </a:endParaRPr>
            </a:p>
          </p:txBody>
        </p:sp>
        <p:sp>
          <p:nvSpPr>
            <p:cNvPr id="32" name="TextBox 31"/>
            <p:cNvSpPr txBox="1"/>
            <p:nvPr/>
          </p:nvSpPr>
          <p:spPr>
            <a:xfrm>
              <a:off x="7607051" y="12299140"/>
              <a:ext cx="3574859" cy="1015663"/>
            </a:xfrm>
            <a:prstGeom prst="rect">
              <a:avLst/>
            </a:prstGeom>
            <a:noFill/>
          </p:spPr>
          <p:txBody>
            <a:bodyPr wrap="square" rtlCol="0">
              <a:spAutoFit/>
            </a:bodyPr>
            <a:lstStyle/>
            <a:p>
              <a:r>
                <a:rPr lang="es-ES" sz="6000" b="1" dirty="0"/>
                <a:t>Methods</a:t>
              </a:r>
            </a:p>
          </p:txBody>
        </p:sp>
      </p:grpSp>
      <p:sp>
        <p:nvSpPr>
          <p:cNvPr id="3" name="Rectángulo redondeado 67">
            <a:extLst>
              <a:ext uri="{FF2B5EF4-FFF2-40B4-BE49-F238E27FC236}">
                <a16:creationId xmlns:a16="http://schemas.microsoft.com/office/drawing/2014/main" id="{5E335A28-D065-8888-2179-5C1997289C2F}"/>
              </a:ext>
            </a:extLst>
          </p:cNvPr>
          <p:cNvSpPr/>
          <p:nvPr/>
        </p:nvSpPr>
        <p:spPr>
          <a:xfrm>
            <a:off x="3978847" y="18038028"/>
            <a:ext cx="5296602" cy="1113776"/>
          </a:xfrm>
          <a:prstGeom prst="roundRect">
            <a:avLst>
              <a:gd name="adj" fmla="val 9051"/>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AU" sz="6000" b="1" dirty="0">
                <a:solidFill>
                  <a:schemeClr val="tx1"/>
                </a:solidFill>
              </a:rPr>
              <a:t>Controls (N=1,480)</a:t>
            </a:r>
            <a:endParaRPr lang="es-ES" sz="6000" b="1" dirty="0">
              <a:solidFill>
                <a:schemeClr val="tx1"/>
              </a:solidFill>
            </a:endParaRPr>
          </a:p>
        </p:txBody>
      </p:sp>
      <p:pic>
        <p:nvPicPr>
          <p:cNvPr id="5" name="Google Shape;86;p17">
            <a:extLst>
              <a:ext uri="{FF2B5EF4-FFF2-40B4-BE49-F238E27FC236}">
                <a16:creationId xmlns:a16="http://schemas.microsoft.com/office/drawing/2014/main" id="{23AE5ECA-7684-4CD5-08BC-439D3CA250C3}"/>
              </a:ext>
            </a:extLst>
          </p:cNvPr>
          <p:cNvPicPr preferRelativeResize="0"/>
          <p:nvPr/>
        </p:nvPicPr>
        <p:blipFill>
          <a:blip r:embed="rId8">
            <a:alphaModFix/>
          </a:blip>
          <a:stretch>
            <a:fillRect/>
          </a:stretch>
        </p:blipFill>
        <p:spPr>
          <a:xfrm>
            <a:off x="1703951" y="17690124"/>
            <a:ext cx="1451417" cy="1149075"/>
          </a:xfrm>
          <a:prstGeom prst="rect">
            <a:avLst/>
          </a:prstGeom>
          <a:noFill/>
          <a:ln>
            <a:noFill/>
          </a:ln>
        </p:spPr>
      </p:pic>
      <p:pic>
        <p:nvPicPr>
          <p:cNvPr id="7" name="Imagen 6" descr="Spain - Free maps and location icons">
            <a:extLst>
              <a:ext uri="{FF2B5EF4-FFF2-40B4-BE49-F238E27FC236}">
                <a16:creationId xmlns:a16="http://schemas.microsoft.com/office/drawing/2014/main" id="{E23BE12D-6AD2-A925-EA86-61E14663F881}"/>
              </a:ext>
            </a:extLst>
          </p:cNvPr>
          <p:cNvPicPr>
            <a:picLocks noChangeAspect="1"/>
          </p:cNvPicPr>
          <p:nvPr/>
        </p:nvPicPr>
        <p:blipFill>
          <a:blip r:embed="rId9"/>
          <a:stretch>
            <a:fillRect/>
          </a:stretch>
        </p:blipFill>
        <p:spPr>
          <a:xfrm>
            <a:off x="1194003" y="18974875"/>
            <a:ext cx="2589303" cy="2589303"/>
          </a:xfrm>
          <a:prstGeom prst="rect">
            <a:avLst/>
          </a:prstGeom>
        </p:spPr>
      </p:pic>
      <p:pic>
        <p:nvPicPr>
          <p:cNvPr id="18" name="Imagen 17">
            <a:extLst>
              <a:ext uri="{FF2B5EF4-FFF2-40B4-BE49-F238E27FC236}">
                <a16:creationId xmlns:a16="http://schemas.microsoft.com/office/drawing/2014/main" id="{22CE4DE2-C92A-A850-9A10-7DCF13A44BF2}"/>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1803494" y="11974631"/>
            <a:ext cx="10313424" cy="5129003"/>
          </a:xfrm>
          <a:prstGeom prst="rect">
            <a:avLst/>
          </a:prstGeom>
        </p:spPr>
      </p:pic>
    </p:spTree>
    <p:extLst>
      <p:ext uri="{BB962C8B-B14F-4D97-AF65-F5344CB8AC3E}">
        <p14:creationId xmlns:p14="http://schemas.microsoft.com/office/powerpoint/2010/main" val="156710893"/>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8128</TotalTime>
  <Words>617</Words>
  <Application>Microsoft Office PowerPoint</Application>
  <PresentationFormat>Personalizado</PresentationFormat>
  <Paragraphs>26</Paragraphs>
  <Slides>1</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vt:i4>
      </vt:variant>
    </vt:vector>
  </HeadingPairs>
  <TitlesOfParts>
    <vt:vector size="6" baseType="lpstr">
      <vt:lpstr>Arial</vt:lpstr>
      <vt:lpstr>Calibri</vt:lpstr>
      <vt:lpstr>Calibri Light</vt:lpstr>
      <vt:lpstr>Times New Roman</vt:lpstr>
      <vt:lpstr>Tema de Office</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CBM</dc:creator>
  <cp:lastModifiedBy>Ines Knot</cp:lastModifiedBy>
  <cp:revision>199</cp:revision>
  <cp:lastPrinted>2024-11-25T10:15:34Z</cp:lastPrinted>
  <dcterms:created xsi:type="dcterms:W3CDTF">2022-12-22T09:04:32Z</dcterms:created>
  <dcterms:modified xsi:type="dcterms:W3CDTF">2026-05-29T15:42:40Z</dcterms:modified>
</cp:coreProperties>
</file>